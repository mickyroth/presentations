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288" r:id="rId13"/>
    <p:sldId id="287" r:id="rId14"/>
    <p:sldId id="290" r:id="rId15"/>
    <p:sldId id="291" r:id="rId16"/>
    <p:sldId id="286" r:id="rId17"/>
    <p:sldId id="267" r:id="rId18"/>
    <p:sldId id="300" r:id="rId19"/>
    <p:sldId id="271" r:id="rId20"/>
    <p:sldId id="289" r:id="rId21"/>
    <p:sldId id="274" r:id="rId22"/>
    <p:sldId id="268" r:id="rId23"/>
    <p:sldId id="269" r:id="rId24"/>
    <p:sldId id="270" r:id="rId25"/>
    <p:sldId id="272" r:id="rId26"/>
    <p:sldId id="275" r:id="rId27"/>
    <p:sldId id="276" r:id="rId28"/>
    <p:sldId id="277" r:id="rId29"/>
    <p:sldId id="278" r:id="rId30"/>
    <p:sldId id="279" r:id="rId31"/>
    <p:sldId id="280" r:id="rId32"/>
    <p:sldId id="281" r:id="rId33"/>
    <p:sldId id="282" r:id="rId34"/>
    <p:sldId id="283" r:id="rId35"/>
    <p:sldId id="292" r:id="rId36"/>
    <p:sldId id="294" r:id="rId37"/>
    <p:sldId id="295" r:id="rId38"/>
    <p:sldId id="298" r:id="rId39"/>
    <p:sldId id="293" r:id="rId40"/>
    <p:sldId id="296" r:id="rId41"/>
    <p:sldId id="299" r:id="rId42"/>
    <p:sldId id="297" r:id="rId43"/>
    <p:sldId id="284" r:id="rId44"/>
    <p:sldId id="264"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98" d="100"/>
          <a:sy n="98" d="100"/>
        </p:scale>
        <p:origin x="960"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13.08.2025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die an Interfaces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route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342418"/>
            <a:ext cx="10797746" cy="5379058"/>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err="1">
                <a:sym typeface="Wingdings" panose="05000000000000000000" pitchFamily="2" charset="2"/>
              </a:rPr>
              <a:t>ip</a:t>
            </a:r>
            <a:r>
              <a:rPr lang="de-DE" b="1" dirty="0">
                <a:sym typeface="Wingdings" panose="05000000000000000000" pitchFamily="2" charset="2"/>
              </a:rPr>
              <a:t> route 0.0.0.0 0.0.0.0 192.168.1.254 </a:t>
            </a:r>
            <a:r>
              <a:rPr lang="de-DE" dirty="0">
                <a:sym typeface="Wingdings" panose="05000000000000000000" pitchFamily="2" charset="2"/>
              </a:rPr>
              <a:t> Setzt die Default 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route 192.168.2.0 255.255.255.0 10.0.0.2</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 (z.B. Spanning-Tree am Switch abschalten mit </a:t>
            </a:r>
            <a:r>
              <a:rPr lang="de-DE" b="1" dirty="0" err="1">
                <a:sym typeface="Wingdings" panose="05000000000000000000" pitchFamily="2" charset="2"/>
              </a:rPr>
              <a:t>no</a:t>
            </a:r>
            <a:r>
              <a:rPr lang="de-DE" b="1" dirty="0">
                <a:sym typeface="Wingdings" panose="05000000000000000000" pitchFamily="2" charset="2"/>
              </a:rPr>
              <a:t> </a:t>
            </a:r>
            <a:r>
              <a:rPr lang="de-DE" b="1">
                <a:sym typeface="Wingdings" panose="05000000000000000000" pitchFamily="2" charset="2"/>
              </a:rPr>
              <a:t>spanning-tree </a:t>
            </a:r>
            <a:r>
              <a:rPr lang="de-DE" b="1" dirty="0" err="1">
                <a:sym typeface="Wingdings" panose="05000000000000000000" pitchFamily="2" charset="2"/>
              </a:rPr>
              <a:t>vlan</a:t>
            </a:r>
            <a:r>
              <a:rPr lang="de-DE" b="1" dirty="0">
                <a:sym typeface="Wingdings" panose="05000000000000000000" pitchFamily="2" charset="2"/>
              </a:rPr>
              <a:t> 1 )</a:t>
            </a:r>
            <a:endParaRPr lang="de-DE" dirty="0">
              <a:sym typeface="Wingdings" panose="05000000000000000000" pitchFamily="2" charset="2"/>
            </a:endParaRP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a:t>
            </a:r>
            <a:r>
              <a:rPr lang="de-DE"/>
              <a:t>Value", </a:t>
            </a:r>
            <a:r>
              <a:rPr lang="de-DE" dirty="0"/>
              <a:t>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5939</Words>
  <Application>Microsoft Office PowerPoint</Application>
  <PresentationFormat>Breitbild</PresentationFormat>
  <Paragraphs>586</Paragraphs>
  <Slides>44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44</vt:i4>
      </vt:variant>
    </vt:vector>
  </HeadingPairs>
  <TitlesOfParts>
    <vt:vector size="51"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152</cp:revision>
  <dcterms:created xsi:type="dcterms:W3CDTF">2023-07-03T13:25:30Z</dcterms:created>
  <dcterms:modified xsi:type="dcterms:W3CDTF">2025-08-13T12:15:28Z</dcterms:modified>
</cp:coreProperties>
</file>