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3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02" r:id="rId100"/>
    <p:sldId id="378" r:id="rId101"/>
    <p:sldId id="379" r:id="rId102"/>
    <p:sldId id="380" r:id="rId103"/>
    <p:sldId id="335" r:id="rId104"/>
    <p:sldId id="364" r:id="rId105"/>
    <p:sldId id="417" r:id="rId106"/>
    <p:sldId id="388" r:id="rId107"/>
    <p:sldId id="361" r:id="rId108"/>
    <p:sldId id="387" r:id="rId109"/>
    <p:sldId id="362" r:id="rId110"/>
    <p:sldId id="365" r:id="rId111"/>
    <p:sldId id="389" r:id="rId112"/>
    <p:sldId id="390" r:id="rId113"/>
    <p:sldId id="418" r:id="rId114"/>
    <p:sldId id="419" r:id="rId115"/>
    <p:sldId id="403" r:id="rId116"/>
    <p:sldId id="386" r:id="rId117"/>
    <p:sldId id="257" r:id="rId118"/>
    <p:sldId id="366" r:id="rId119"/>
    <p:sldId id="315" r:id="rId120"/>
    <p:sldId id="331" r:id="rId121"/>
    <p:sldId id="360" r:id="rId122"/>
  </p:sldIdLst>
  <p:sldSz cx="9144000" cy="6858000" type="screen4x3"/>
  <p:notesSz cx="6858000" cy="9144000"/>
  <p:embeddedFontLst>
    <p:embeddedFont>
      <p:font typeface="aa QWERTZ-Tasten" panose="020B0604020202020204" charset="0"/>
      <p:regular r:id="rId124"/>
    </p:embeddedFon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Roboto" panose="02000000000000000000" pitchFamily="2" charset="0"/>
      <p:regular r:id="rId129"/>
      <p:bold r:id="rId130"/>
      <p:italic r:id="rId131"/>
      <p:boldItalic r:id="rId132"/>
    </p:embeddedFont>
    <p:embeddedFont>
      <p:font typeface="Source Code Pro" panose="020B0509030403020204" pitchFamily="49" charset="0"/>
      <p:regular r:id="rId133"/>
      <p:bold r:id="rId134"/>
      <p:italic r:id="rId135"/>
      <p:boldItalic r:id="rId136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1277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128" Type="http://schemas.openxmlformats.org/officeDocument/2006/relationships/font" Target="fonts/font5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1.fntdata"/><Relationship Id="rId139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1.fntdata"/><Relationship Id="rId129" Type="http://schemas.openxmlformats.org/officeDocument/2006/relationships/font" Target="fonts/font6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7.fntdata"/><Relationship Id="rId135" Type="http://schemas.openxmlformats.org/officeDocument/2006/relationships/font" Target="fonts/font12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font" Target="fonts/font2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8.fntdata"/><Relationship Id="rId136" Type="http://schemas.openxmlformats.org/officeDocument/2006/relationships/font" Target="fonts/font1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9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16.06.2025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</a:t>
            </a:r>
            <a:r>
              <a:rPr lang="de-DE" sz="1800"/>
              <a:t>mit Python</a:t>
            </a:r>
            <a:endParaRPr lang="de-DE" sz="1800" dirty="0"/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655893"/>
              </p:ext>
            </p:extLst>
          </p:nvPr>
        </p:nvGraphicFramePr>
        <p:xfrm>
          <a:off x="899592" y="4077072"/>
          <a:ext cx="583264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76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3769882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DB356B1-A2A6-437F-A998-2CA52AEF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SQLite3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00458B-DF2C-411F-BC88-C5245F95B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MySQL / 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installieren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einbinden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Auto-Commit nach Öffnen der DB einschalten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107504" y="5013176"/>
            <a:ext cx="8928992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17030</Words>
  <Application>Microsoft Office PowerPoint</Application>
  <PresentationFormat>Bildschirmpräsentation (4:3)</PresentationFormat>
  <Paragraphs>1379</Paragraphs>
  <Slides>121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121</vt:i4>
      </vt:variant>
    </vt:vector>
  </HeadingPairs>
  <TitlesOfParts>
    <vt:vector size="131" baseType="lpstr">
      <vt:lpstr>Source Code Pro</vt:lpstr>
      <vt:lpstr>Arial</vt:lpstr>
      <vt:lpstr>Arial</vt:lpstr>
      <vt:lpstr>Calibri</vt:lpstr>
      <vt:lpstr>aa QWERTZ-Tasten</vt:lpstr>
      <vt:lpstr>Consolas</vt:lpstr>
      <vt:lpstr>Courier New</vt:lpstr>
      <vt:lpstr>Wingdings</vt:lpstr>
      <vt:lpstr>Roboto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976</cp:revision>
  <dcterms:created xsi:type="dcterms:W3CDTF">2019-09-11T12:06:55Z</dcterms:created>
  <dcterms:modified xsi:type="dcterms:W3CDTF">2025-06-16T13:47:31Z</dcterms:modified>
</cp:coreProperties>
</file>