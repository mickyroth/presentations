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4"/>
  </p:notesMasterIdLst>
  <p:sldIdLst>
    <p:sldId id="256" r:id="rId2"/>
    <p:sldId id="262" r:id="rId3"/>
    <p:sldId id="367" r:id="rId4"/>
    <p:sldId id="287" r:id="rId5"/>
    <p:sldId id="265" r:id="rId6"/>
    <p:sldId id="336" r:id="rId7"/>
    <p:sldId id="314" r:id="rId8"/>
    <p:sldId id="261" r:id="rId9"/>
    <p:sldId id="271" r:id="rId10"/>
    <p:sldId id="266" r:id="rId11"/>
    <p:sldId id="269" r:id="rId12"/>
    <p:sldId id="270" r:id="rId13"/>
    <p:sldId id="272" r:id="rId14"/>
    <p:sldId id="263" r:id="rId15"/>
    <p:sldId id="260" r:id="rId16"/>
    <p:sldId id="370" r:id="rId17"/>
    <p:sldId id="264" r:id="rId18"/>
    <p:sldId id="273" r:id="rId19"/>
    <p:sldId id="317" r:id="rId20"/>
    <p:sldId id="326" r:id="rId21"/>
    <p:sldId id="274" r:id="rId22"/>
    <p:sldId id="309" r:id="rId23"/>
    <p:sldId id="318" r:id="rId24"/>
    <p:sldId id="275" r:id="rId25"/>
    <p:sldId id="276" r:id="rId26"/>
    <p:sldId id="280" r:id="rId27"/>
    <p:sldId id="277" r:id="rId28"/>
    <p:sldId id="401" r:id="rId29"/>
    <p:sldId id="290" r:id="rId30"/>
    <p:sldId id="291" r:id="rId31"/>
    <p:sldId id="310" r:id="rId32"/>
    <p:sldId id="278" r:id="rId33"/>
    <p:sldId id="371" r:id="rId34"/>
    <p:sldId id="316" r:id="rId35"/>
    <p:sldId id="424" r:id="rId36"/>
    <p:sldId id="368" r:id="rId37"/>
    <p:sldId id="319" r:id="rId38"/>
    <p:sldId id="320" r:id="rId39"/>
    <p:sldId id="268" r:id="rId40"/>
    <p:sldId id="321" r:id="rId41"/>
    <p:sldId id="323" r:id="rId42"/>
    <p:sldId id="279" r:id="rId43"/>
    <p:sldId id="322" r:id="rId44"/>
    <p:sldId id="369" r:id="rId45"/>
    <p:sldId id="372" r:id="rId46"/>
    <p:sldId id="381" r:id="rId47"/>
    <p:sldId id="396" r:id="rId48"/>
    <p:sldId id="397" r:id="rId49"/>
    <p:sldId id="374" r:id="rId50"/>
    <p:sldId id="412" r:id="rId51"/>
    <p:sldId id="283" r:id="rId52"/>
    <p:sldId id="284" r:id="rId53"/>
    <p:sldId id="373" r:id="rId54"/>
    <p:sldId id="293" r:id="rId55"/>
    <p:sldId id="295" r:id="rId56"/>
    <p:sldId id="296" r:id="rId57"/>
    <p:sldId id="297" r:id="rId58"/>
    <p:sldId id="282" r:id="rId59"/>
    <p:sldId id="288" r:id="rId60"/>
    <p:sldId id="289" r:id="rId61"/>
    <p:sldId id="406" r:id="rId62"/>
    <p:sldId id="405" r:id="rId63"/>
    <p:sldId id="308" r:id="rId64"/>
    <p:sldId id="409" r:id="rId65"/>
    <p:sldId id="411" r:id="rId66"/>
    <p:sldId id="410" r:id="rId67"/>
    <p:sldId id="414" r:id="rId68"/>
    <p:sldId id="285" r:id="rId69"/>
    <p:sldId id="421" r:id="rId70"/>
    <p:sldId id="422" r:id="rId71"/>
    <p:sldId id="420" r:id="rId72"/>
    <p:sldId id="423" r:id="rId73"/>
    <p:sldId id="357" r:id="rId74"/>
    <p:sldId id="415" r:id="rId75"/>
    <p:sldId id="358" r:id="rId76"/>
    <p:sldId id="359" r:id="rId77"/>
    <p:sldId id="391" r:id="rId78"/>
    <p:sldId id="408" r:id="rId79"/>
    <p:sldId id="407" r:id="rId80"/>
    <p:sldId id="416" r:id="rId81"/>
    <p:sldId id="413" r:id="rId82"/>
    <p:sldId id="292" r:id="rId83"/>
    <p:sldId id="298" r:id="rId84"/>
    <p:sldId id="394" r:id="rId85"/>
    <p:sldId id="395" r:id="rId86"/>
    <p:sldId id="404" r:id="rId87"/>
    <p:sldId id="375" r:id="rId88"/>
    <p:sldId id="385" r:id="rId89"/>
    <p:sldId id="332" r:id="rId90"/>
    <p:sldId id="393" r:id="rId91"/>
    <p:sldId id="376" r:id="rId92"/>
    <p:sldId id="377" r:id="rId93"/>
    <p:sldId id="337" r:id="rId94"/>
    <p:sldId id="311" r:id="rId95"/>
    <p:sldId id="312" r:id="rId96"/>
    <p:sldId id="313" r:id="rId97"/>
    <p:sldId id="382" r:id="rId98"/>
    <p:sldId id="383" r:id="rId99"/>
    <p:sldId id="425" r:id="rId100"/>
    <p:sldId id="402" r:id="rId101"/>
    <p:sldId id="378" r:id="rId102"/>
    <p:sldId id="379" r:id="rId103"/>
    <p:sldId id="380" r:id="rId104"/>
    <p:sldId id="335" r:id="rId105"/>
    <p:sldId id="364" r:id="rId106"/>
    <p:sldId id="417" r:id="rId107"/>
    <p:sldId id="388" r:id="rId108"/>
    <p:sldId id="361" r:id="rId109"/>
    <p:sldId id="387" r:id="rId110"/>
    <p:sldId id="362" r:id="rId111"/>
    <p:sldId id="365" r:id="rId112"/>
    <p:sldId id="389" r:id="rId113"/>
    <p:sldId id="390" r:id="rId114"/>
    <p:sldId id="418" r:id="rId115"/>
    <p:sldId id="419" r:id="rId116"/>
    <p:sldId id="403" r:id="rId117"/>
    <p:sldId id="386" r:id="rId118"/>
    <p:sldId id="257" r:id="rId119"/>
    <p:sldId id="366" r:id="rId120"/>
    <p:sldId id="315" r:id="rId121"/>
    <p:sldId id="331" r:id="rId122"/>
    <p:sldId id="360" r:id="rId123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5"/>
    </p:embeddedFont>
    <p:embeddedFont>
      <p:font typeface="Consolas" panose="020B0609020204030204" pitchFamily="49" charset="0"/>
      <p:regular r:id="rId126"/>
      <p:bold r:id="rId127"/>
      <p:italic r:id="rId128"/>
      <p:boldItalic r:id="rId129"/>
    </p:embeddedFont>
    <p:embeddedFont>
      <p:font typeface="Roboto" panose="02000000000000000000" pitchFamily="2" charset="0"/>
      <p:regular r:id="rId130"/>
      <p:bold r:id="rId131"/>
      <p:italic r:id="rId132"/>
      <p:boldItalic r:id="rId133"/>
    </p:embeddedFont>
    <p:embeddedFont>
      <p:font typeface="Source Code Pro" panose="020B0509030403020204" pitchFamily="49" charset="0"/>
      <p:regular r:id="rId134"/>
      <p:bold r:id="rId135"/>
      <p:italic r:id="rId136"/>
      <p:boldItalic r:id="rId137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4646"/>
  </p:normalViewPr>
  <p:slideViewPr>
    <p:cSldViewPr>
      <p:cViewPr varScale="1">
        <p:scale>
          <a:sx n="121" d="100"/>
          <a:sy n="121" d="100"/>
        </p:scale>
        <p:origin x="1277" y="9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4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10.fntdata"/><Relationship Id="rId139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notesMaster" Target="notesMasters/notesMaster1.xml"/><Relationship Id="rId129" Type="http://schemas.openxmlformats.org/officeDocument/2006/relationships/font" Target="fonts/font5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6.fntdata"/><Relationship Id="rId135" Type="http://schemas.openxmlformats.org/officeDocument/2006/relationships/font" Target="fonts/font1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font" Target="fonts/font1.fntdata"/><Relationship Id="rId141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7.fntdata"/><Relationship Id="rId136" Type="http://schemas.openxmlformats.org/officeDocument/2006/relationships/font" Target="fonts/font1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8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9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03.07.2025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0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i_23KUAEtUM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api.coindesk.com/v1/bpi/currentprice.js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dirty="0"/>
              <a:t>Multiplattform (Windows, MacOS, Linux, iOS, Android, Taschenrechner u.v.a.),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3.13.3 (Stand Mai 2025)</a:t>
            </a:r>
          </a:p>
          <a:p>
            <a:pPr lvl="1"/>
            <a:r>
              <a:rPr lang="de-DE" sz="1600" dirty="0"/>
              <a:t>Version 3.14 -&gt;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3.14 erscheint offiziell am 1.10.2025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8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08720"/>
            <a:ext cx="9144000" cy="5949280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 in der Zeichencodierung "ISO 8859" (</a:t>
            </a:r>
            <a:r>
              <a:rPr lang="de-DE" sz="2800" dirty="0" err="1"/>
              <a:t>Latin</a:t>
            </a:r>
            <a:r>
              <a:rPr lang="de-DE" sz="2800" dirty="0"/>
              <a:t>). Sinnvoller ist, die Dateien in UTF-8 Codierung zu schreiben, mit </a:t>
            </a:r>
            <a:br>
              <a:rPr lang="de-DE" sz="2800" dirty="0"/>
            </a:b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827584" y="2636912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2.2025)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5040560" cy="3312368"/>
          </a:xfrm>
          <a:ln>
            <a:noFill/>
          </a:ln>
        </p:spPr>
        <p:txBody>
          <a:bodyPr>
            <a:normAutofit lnSpcReduction="10000"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1700" dirty="0">
                <a:hlinkClick r:id="rId2"/>
              </a:rPr>
              <a:t>https://api.coindesk.com/v1/bpi/currentprice.json</a:t>
            </a:r>
            <a:r>
              <a:rPr lang="de-DE" sz="1700" dirty="0"/>
              <a:t> </a:t>
            </a:r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755576" y="4515528"/>
            <a:ext cx="743749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="https://api.coindesk.com/v1/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currentprice.json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("BTC rate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:",daten["time"]["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updated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"], end=": ")</a:t>
            </a: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"]["EUR"]["rate"],"€")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CAA6878-AE26-B44D-2D48-B28DF2491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839" y="1268759"/>
            <a:ext cx="3138601" cy="32167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3.2024)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nVorhersage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heutige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("Vorhersage 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17205</Words>
  <Application>Microsoft Office PowerPoint</Application>
  <PresentationFormat>Bildschirmpräsentation (4:3)</PresentationFormat>
  <Paragraphs>1386</Paragraphs>
  <Slides>122</Slides>
  <Notes>6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122</vt:i4>
      </vt:variant>
    </vt:vector>
  </HeadingPairs>
  <TitlesOfParts>
    <vt:vector size="132" baseType="lpstr">
      <vt:lpstr>Calibri</vt:lpstr>
      <vt:lpstr>Courier New</vt:lpstr>
      <vt:lpstr>aa QWERTZ-Tasten</vt:lpstr>
      <vt:lpstr>Wingdings</vt:lpstr>
      <vt:lpstr>arial</vt:lpstr>
      <vt:lpstr>Roboto</vt:lpstr>
      <vt:lpstr>Source Code Pro</vt:lpstr>
      <vt:lpstr>arial</vt:lpstr>
      <vt:lpstr>Consolas</vt:lpstr>
      <vt:lpstr>Larissa</vt:lpstr>
      <vt:lpstr>Python 3 Einführung (Fachinformatiker)</vt:lpstr>
      <vt:lpstr>BASIC / Python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985</cp:revision>
  <dcterms:created xsi:type="dcterms:W3CDTF">2019-09-11T12:06:55Z</dcterms:created>
  <dcterms:modified xsi:type="dcterms:W3CDTF">2025-07-03T18:02:13Z</dcterms:modified>
</cp:coreProperties>
</file>