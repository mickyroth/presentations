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6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02" r:id="rId100"/>
    <p:sldId id="378" r:id="rId101"/>
    <p:sldId id="379" r:id="rId102"/>
    <p:sldId id="380" r:id="rId103"/>
    <p:sldId id="398" r:id="rId104"/>
    <p:sldId id="399" r:id="rId105"/>
    <p:sldId id="40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03" r:id="rId119"/>
    <p:sldId id="386" r:id="rId120"/>
    <p:sldId id="257" r:id="rId121"/>
    <p:sldId id="366" r:id="rId122"/>
    <p:sldId id="315" r:id="rId123"/>
    <p:sldId id="331" r:id="rId124"/>
    <p:sldId id="360" r:id="rId125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7"/>
    </p:embeddedFont>
    <p:embeddedFont>
      <p:font typeface="Consolas" panose="020B0609020204030204" pitchFamily="49" charset="0"/>
      <p:regular r:id="rId128"/>
      <p:bold r:id="rId129"/>
      <p:italic r:id="rId130"/>
      <p:boldItalic r:id="rId131"/>
    </p:embeddedFont>
    <p:embeddedFont>
      <p:font typeface="Roboto" panose="02000000000000000000" pitchFamily="2" charset="0"/>
      <p:regular r:id="rId132"/>
      <p:bold r:id="rId133"/>
      <p:italic r:id="rId134"/>
      <p:boldItalic r:id="rId135"/>
    </p:embeddedFont>
    <p:embeddedFont>
      <p:font typeface="Source Code Pro" panose="020B0509030403020204" pitchFamily="49" charset="0"/>
      <p:regular r:id="rId136"/>
      <p:bold r:id="rId137"/>
      <p:italic r:id="rId138"/>
      <p:boldItalic r:id="rId13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4646"/>
  </p:normalViewPr>
  <p:slideViewPr>
    <p:cSldViewPr>
      <p:cViewPr varScale="1">
        <p:scale>
          <a:sx n="121" d="100"/>
          <a:sy n="121" d="100"/>
        </p:scale>
        <p:origin x="557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8.fntdata"/><Relationship Id="rId139" Type="http://schemas.openxmlformats.org/officeDocument/2006/relationships/font" Target="fonts/font1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3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4.fntdata"/><Relationship Id="rId135" Type="http://schemas.openxmlformats.org/officeDocument/2006/relationships/font" Target="fonts/font9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5.fntdata"/><Relationship Id="rId136" Type="http://schemas.openxmlformats.org/officeDocument/2006/relationships/font" Target="fonts/font10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6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7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lab.readthedocs.io/" TargetMode="External"/><Relationship Id="rId2" Type="http://schemas.openxmlformats.org/officeDocument/2006/relationships/hyperlink" Target="https://visualstudio.microsoft.com/de/vs/communit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org/project/spyde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studio.pl/" TargetMode="External"/><Relationship Id="rId13" Type="http://schemas.openxmlformats.org/officeDocument/2006/relationships/hyperlink" Target="https://databasedata.blue-l.de/" TargetMode="External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migano.de/testdaten.php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www.foxpoint.de/randomAdresses/" TargetMode="External"/><Relationship Id="rId5" Type="http://schemas.openxmlformats.org/officeDocument/2006/relationships/hyperlink" Target="https://www.heidisql.com/" TargetMode="External"/><Relationship Id="rId10" Type="http://schemas.openxmlformats.org/officeDocument/2006/relationships/hyperlink" Target="https://www.mockaroo.com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sqlitebrowser.org/" TargetMode="External"/><Relationship Id="rId14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</a:t>
            </a:r>
            <a:r>
              <a:rPr lang="de-DE" sz="1600"/>
              <a:t>erscheint offiziell am 1.10.2025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8" y="1548011"/>
            <a:ext cx="5915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(„Verzeichnisse") bestehen aus </a:t>
            </a:r>
            <a:r>
              <a:rPr lang="de-DE" sz="2800" dirty="0" err="1"/>
              <a:t>Key:Value</a:t>
            </a:r>
            <a:r>
              <a:rPr lang="de-DE" sz="2800" dirty="0"/>
              <a:t> - Paaren (</a:t>
            </a:r>
            <a:r>
              <a:rPr lang="de-DE" sz="2800" dirty="0" err="1"/>
              <a:t>Schlüssel:Wert</a:t>
            </a:r>
            <a:r>
              <a:rPr lang="de-DE" sz="2800" dirty="0"/>
              <a:t>), die mit Kommas getrennt sind, das gesamte Dictionary ist mit {…} umklammert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im immer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dirty="0">
                <a:latin typeface="Consolas" panose="020B0609020204030204" pitchFamily="49" charset="0"/>
              </a:rPr>
              <a:t>einwohner 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</a:t>
            </a:r>
            <a:r>
              <a:rPr lang="de-DE" sz="1800"/>
              <a:t>mit Python</a:t>
            </a:r>
            <a:endParaRPr lang="de-DE" sz="1800" dirty="0"/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Text </a:t>
            </a:r>
            <a:r>
              <a:rPr lang="de-DE" sz="3600" dirty="0"/>
              <a:t>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41763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de-DE" sz="2800" dirty="0"/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1115616" y="3140968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655893"/>
              </p:ext>
            </p:extLst>
          </p:nvPr>
        </p:nvGraphicFramePr>
        <p:xfrm>
          <a:off x="899592" y="4077072"/>
          <a:ext cx="583264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76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3769882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Zahl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(Zahl) VALUES(3.14)"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[0],end = " ") # Datenfeld ID 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		   # Datenfeld Wert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meineDaten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[1]:6}")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mit f-String ausgeben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</a:t>
            </a:r>
            <a:br>
              <a:rPr lang="de-DE"/>
            </a:br>
            <a:r>
              <a:rPr lang="de-DE"/>
              <a:t>(</a:t>
            </a:r>
            <a:r>
              <a:rPr lang="de-DE" sz="4400" b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über das Netzwerk auf beliebige </a:t>
            </a:r>
            <a:r>
              <a:rPr lang="de-DE" dirty="0" err="1"/>
              <a:t>MariaDB</a:t>
            </a:r>
            <a:r>
              <a:rPr lang="de-DE" dirty="0"/>
              <a:t> - Instanzen/Server zugreifen. Für </a:t>
            </a:r>
            <a:r>
              <a:rPr lang="de-DE" dirty="0" err="1"/>
              <a:t>mySQL</a:t>
            </a:r>
            <a:r>
              <a:rPr lang="de-DE" dirty="0"/>
              <a:t> Datenbanken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 (vorher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erzeugen):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DB schließen.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22470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VALUES('Afri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61679992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FROM 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0361453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DB356B1-A2A6-437F-A998-2CA52AEF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SQLite3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100458B-DF2C-411F-BC88-C5245F95B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MySQL / 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installieren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einbinden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Auto-Commit nach Öffnen der DB einschalten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435280" cy="4099594"/>
          </a:xfrm>
        </p:spPr>
        <p:txBody>
          <a:bodyPr>
            <a:normAutofit fontScale="850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576064" y="5288631"/>
            <a:ext cx="8316416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Zeile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/>
              <a:t>Funktion durchführen</a:t>
            </a:r>
            <a:r>
              <a:rPr lang="de-DE" dirty="0"/>
              <a:t>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(t)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https://visualstudio.microsoft.com/de/vs/community/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(Entwicklungsumgebung von Microsoft, Multiplattform)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https://www.jetbrains.com/de-de/pycharm/ </a:t>
            </a:r>
            <a:br>
              <a:rPr lang="de-DE" dirty="0">
                <a:hlinkClick r:id="rId4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über die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https://www.heidisql.com/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(Heidi-SQL-Editor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https://sqlitestudio.pl/</a:t>
            </a:r>
            <a:r>
              <a:rPr lang="de-DE" sz="2800" dirty="0"/>
              <a:t> (SQLite-Editor)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1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3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17493</Words>
  <Application>Microsoft Office PowerPoint</Application>
  <PresentationFormat>Bildschirmpräsentation (4:3)</PresentationFormat>
  <Paragraphs>1408</Paragraphs>
  <Slides>124</Slides>
  <Notes>6</Notes>
  <HiddenSlides>4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124</vt:i4>
      </vt:variant>
    </vt:vector>
  </HeadingPairs>
  <TitlesOfParts>
    <vt:vector size="134" baseType="lpstr">
      <vt:lpstr>aa QWERTZ-Tasten</vt:lpstr>
      <vt:lpstr>Calibri</vt:lpstr>
      <vt:lpstr>Consolas</vt:lpstr>
      <vt:lpstr>Courier New</vt:lpstr>
      <vt:lpstr>Wingdings</vt:lpstr>
      <vt:lpstr>Source Code Pro</vt:lpstr>
      <vt:lpstr>Roboto</vt:lpstr>
      <vt:lpstr>arial</vt:lpstr>
      <vt:lpstr>arial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Weitere Tipps SQLite</vt:lpstr>
      <vt:lpstr>Vorbereiten des DB-Zugriffs  (MySQL)</vt:lpstr>
      <vt:lpstr>Daten / Befehle in die Datenbank schreiben (MySQL)</vt:lpstr>
      <vt:lpstr>Daten aus der Datenbank abfragen und auf dem Bildschirm ausgeben (MySQL)</vt:lpstr>
      <vt:lpstr>Vorbereiten des DB-Zugriffs  (MariaDB)</vt:lpstr>
      <vt:lpstr>Daten / Befehle in die Datenbank schreiben (MariaDB)</vt:lpstr>
      <vt:lpstr>Daten aus der Datenbank abfragen und auf dem Bildschirm ausgeben (MariaDB)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970</cp:revision>
  <dcterms:created xsi:type="dcterms:W3CDTF">2019-09-11T12:06:55Z</dcterms:created>
  <dcterms:modified xsi:type="dcterms:W3CDTF">2025-06-10T15:56:23Z</dcterms:modified>
</cp:coreProperties>
</file>