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2" r:id="rId3"/>
    <p:sldId id="261" r:id="rId4"/>
    <p:sldId id="260" r:id="rId5"/>
    <p:sldId id="257" r:id="rId6"/>
    <p:sldId id="259" r:id="rId7"/>
    <p:sldId id="258" r:id="rId8"/>
    <p:sldId id="263" r:id="rId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8" autoAdjust="0"/>
    <p:restoredTop sz="94656"/>
  </p:normalViewPr>
  <p:slideViewPr>
    <p:cSldViewPr snapToGrid="0">
      <p:cViewPr varScale="1">
        <p:scale>
          <a:sx n="97" d="100"/>
          <a:sy n="97" d="100"/>
        </p:scale>
        <p:origin x="1050"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EEBFC4-D579-4850-B7C2-99C605E1853E}" type="doc">
      <dgm:prSet loTypeId="urn:microsoft.com/office/officeart/2005/8/layout/process3" loCatId="process" qsTypeId="urn:microsoft.com/office/officeart/2005/8/quickstyle/simple1" qsCatId="simple" csTypeId="urn:microsoft.com/office/officeart/2005/8/colors/accent1_2" csCatId="accent1" phldr="1"/>
      <dgm:spPr/>
    </dgm:pt>
    <dgm:pt modelId="{87C50805-B00D-4AEF-9A7C-E5DF71EB35D7}">
      <dgm:prSet phldrT="[Text]"/>
      <dgm:spPr/>
      <dgm:t>
        <a:bodyPr/>
        <a:lstStyle/>
        <a:p>
          <a:r>
            <a:rPr lang="de-DE" dirty="0"/>
            <a:t>Erzeugen eines bearbeitbaren 3D-Modells mit einer 3D-CAD-Software</a:t>
          </a:r>
        </a:p>
      </dgm:t>
    </dgm:pt>
    <dgm:pt modelId="{D23A5B75-C1BF-4294-B690-F70C4846E0D4}" type="parTrans" cxnId="{B5C4504E-9FAA-45ED-94F3-0B90F1BBF53C}">
      <dgm:prSet/>
      <dgm:spPr/>
      <dgm:t>
        <a:bodyPr/>
        <a:lstStyle/>
        <a:p>
          <a:endParaRPr lang="de-DE"/>
        </a:p>
      </dgm:t>
    </dgm:pt>
    <dgm:pt modelId="{E655D946-9715-4A1F-A81B-FAFC9413BEA4}" type="sibTrans" cxnId="{B5C4504E-9FAA-45ED-94F3-0B90F1BBF53C}">
      <dgm:prSet/>
      <dgm:spPr/>
      <dgm:t>
        <a:bodyPr/>
        <a:lstStyle/>
        <a:p>
          <a:endParaRPr lang="de-DE"/>
        </a:p>
      </dgm:t>
    </dgm:pt>
    <dgm:pt modelId="{296CB03B-4C38-42A1-976D-6A1F68A3DE49}">
      <dgm:prSet phldrT="[Text]"/>
      <dgm:spPr/>
      <dgm:t>
        <a:bodyPr/>
        <a:lstStyle/>
        <a:p>
          <a:r>
            <a:rPr lang="de-DE" dirty="0"/>
            <a:t>Export als vereinfachtes 3d- Transferformat (.</a:t>
          </a:r>
          <a:r>
            <a:rPr lang="de-DE" dirty="0" err="1"/>
            <a:t>stl</a:t>
          </a:r>
          <a:r>
            <a:rPr lang="de-DE" dirty="0"/>
            <a:t> oder .3mf)</a:t>
          </a:r>
        </a:p>
      </dgm:t>
    </dgm:pt>
    <dgm:pt modelId="{DCAAD983-DA5B-4538-AA41-EE849538DE57}" type="parTrans" cxnId="{2C0AA3C6-A2D7-4C79-845E-28577B1E576E}">
      <dgm:prSet/>
      <dgm:spPr/>
      <dgm:t>
        <a:bodyPr/>
        <a:lstStyle/>
        <a:p>
          <a:endParaRPr lang="de-DE"/>
        </a:p>
      </dgm:t>
    </dgm:pt>
    <dgm:pt modelId="{436FADE1-F833-4748-99C1-BED9530D409F}" type="sibTrans" cxnId="{2C0AA3C6-A2D7-4C79-845E-28577B1E576E}">
      <dgm:prSet/>
      <dgm:spPr/>
      <dgm:t>
        <a:bodyPr/>
        <a:lstStyle/>
        <a:p>
          <a:endParaRPr lang="de-DE"/>
        </a:p>
      </dgm:t>
    </dgm:pt>
    <dgm:pt modelId="{229C158A-C3A0-4C67-A44C-214D24D31FB1}">
      <dgm:prSet phldrT="[Text]"/>
      <dgm:spPr/>
      <dgm:t>
        <a:bodyPr/>
        <a:lstStyle/>
        <a:p>
          <a:r>
            <a:rPr lang="de-DE" dirty="0" err="1"/>
            <a:t>Slicer</a:t>
          </a:r>
          <a:r>
            <a:rPr lang="de-DE" dirty="0"/>
            <a:t> importiert .</a:t>
          </a:r>
          <a:r>
            <a:rPr lang="de-DE" dirty="0" err="1"/>
            <a:t>stl</a:t>
          </a:r>
          <a:r>
            <a:rPr lang="de-DE" dirty="0"/>
            <a:t> und wandelt in eine "</a:t>
          </a:r>
          <a:r>
            <a:rPr lang="de-DE" dirty="0" err="1"/>
            <a:t>ge</a:t>
          </a:r>
          <a:r>
            <a:rPr lang="de-DE" dirty="0"/>
            <a:t>-slice-</a:t>
          </a:r>
          <a:r>
            <a:rPr lang="de-DE" dirty="0" err="1"/>
            <a:t>te</a:t>
          </a:r>
          <a:r>
            <a:rPr lang="de-DE" dirty="0"/>
            <a:t>" und parametrisierte Druckerdatei (G-Code)</a:t>
          </a:r>
        </a:p>
      </dgm:t>
    </dgm:pt>
    <dgm:pt modelId="{2A417463-3400-4D37-8D08-C2A5E8BD1B67}" type="parTrans" cxnId="{1AA96DC0-0BA9-4939-96A0-6B25BBE649B7}">
      <dgm:prSet/>
      <dgm:spPr/>
      <dgm:t>
        <a:bodyPr/>
        <a:lstStyle/>
        <a:p>
          <a:endParaRPr lang="de-DE"/>
        </a:p>
      </dgm:t>
    </dgm:pt>
    <dgm:pt modelId="{99BE21FF-EEC8-4572-87F2-4C4B0EE3A410}" type="sibTrans" cxnId="{1AA96DC0-0BA9-4939-96A0-6B25BBE649B7}">
      <dgm:prSet/>
      <dgm:spPr/>
      <dgm:t>
        <a:bodyPr/>
        <a:lstStyle/>
        <a:p>
          <a:endParaRPr lang="de-DE"/>
        </a:p>
      </dgm:t>
    </dgm:pt>
    <dgm:pt modelId="{7E8681C3-C807-41EB-9116-DF5ACDF88B52}">
      <dgm:prSet/>
      <dgm:spPr/>
      <dgm:t>
        <a:bodyPr/>
        <a:lstStyle/>
        <a:p>
          <a:r>
            <a:rPr lang="de-DE" dirty="0"/>
            <a:t>Erstellung in Fusion 360, </a:t>
          </a:r>
          <a:r>
            <a:rPr lang="de-DE" dirty="0" err="1"/>
            <a:t>Onshape</a:t>
          </a:r>
          <a:r>
            <a:rPr lang="de-DE" dirty="0"/>
            <a:t>, </a:t>
          </a:r>
          <a:r>
            <a:rPr lang="de-DE" dirty="0" err="1"/>
            <a:t>TinkerCAD</a:t>
          </a:r>
          <a:r>
            <a:rPr lang="de-DE" dirty="0"/>
            <a:t> oder </a:t>
          </a:r>
          <a:r>
            <a:rPr lang="de-DE" dirty="0" err="1"/>
            <a:t>FreeCAD</a:t>
          </a:r>
          <a:endParaRPr lang="de-DE" dirty="0"/>
        </a:p>
      </dgm:t>
    </dgm:pt>
    <dgm:pt modelId="{FD76F3A6-95D6-4E13-81F7-0026FE001926}" type="parTrans" cxnId="{B3B692D9-F7AD-4E93-99D3-645838171F1C}">
      <dgm:prSet/>
      <dgm:spPr/>
      <dgm:t>
        <a:bodyPr/>
        <a:lstStyle/>
        <a:p>
          <a:endParaRPr lang="de-DE"/>
        </a:p>
      </dgm:t>
    </dgm:pt>
    <dgm:pt modelId="{29001ADF-FBE8-4C25-9FDF-184814A172CD}" type="sibTrans" cxnId="{B3B692D9-F7AD-4E93-99D3-645838171F1C}">
      <dgm:prSet/>
      <dgm:spPr/>
      <dgm:t>
        <a:bodyPr/>
        <a:lstStyle/>
        <a:p>
          <a:endParaRPr lang="de-DE"/>
        </a:p>
      </dgm:t>
    </dgm:pt>
    <dgm:pt modelId="{07BCC4E7-E383-4338-BAD1-3088E40B7D9C}">
      <dgm:prSet/>
      <dgm:spPr/>
      <dgm:t>
        <a:bodyPr/>
        <a:lstStyle/>
        <a:p>
          <a:r>
            <a:rPr lang="de-DE" dirty="0"/>
            <a:t>Vektorbasiertes Dateiformat (z.B. .</a:t>
          </a:r>
          <a:r>
            <a:rPr lang="de-DE" dirty="0" err="1"/>
            <a:t>dwg</a:t>
          </a:r>
          <a:r>
            <a:rPr lang="de-DE" dirty="0"/>
            <a:t> .f3d oder .</a:t>
          </a:r>
          <a:r>
            <a:rPr lang="de-DE" dirty="0" err="1"/>
            <a:t>dxf</a:t>
          </a:r>
          <a:r>
            <a:rPr lang="de-DE" dirty="0"/>
            <a:t>)</a:t>
          </a:r>
        </a:p>
      </dgm:t>
    </dgm:pt>
    <dgm:pt modelId="{1F7DC7E2-442A-4CCC-A219-EE598FE0C14A}" type="parTrans" cxnId="{1E8C3619-7F7D-4994-8523-AEB9CC7E80EA}">
      <dgm:prSet/>
      <dgm:spPr/>
      <dgm:t>
        <a:bodyPr/>
        <a:lstStyle/>
        <a:p>
          <a:endParaRPr lang="de-DE"/>
        </a:p>
      </dgm:t>
    </dgm:pt>
    <dgm:pt modelId="{E1A402F9-BE8F-451B-B26E-82B486B37545}" type="sibTrans" cxnId="{1E8C3619-7F7D-4994-8523-AEB9CC7E80EA}">
      <dgm:prSet/>
      <dgm:spPr/>
      <dgm:t>
        <a:bodyPr/>
        <a:lstStyle/>
        <a:p>
          <a:endParaRPr lang="de-DE"/>
        </a:p>
      </dgm:t>
    </dgm:pt>
    <dgm:pt modelId="{1A55FD28-FFE1-4C16-A9F8-9B60E465E5AF}">
      <dgm:prSet/>
      <dgm:spPr/>
      <dgm:t>
        <a:bodyPr/>
        <a:lstStyle/>
        <a:p>
          <a:r>
            <a:rPr lang="de-DE" dirty="0"/>
            <a:t>Aus dem 3D-CAD-Programm exportiertes, in Dreiecke zerlegtes 3D-Objektformat</a:t>
          </a:r>
        </a:p>
      </dgm:t>
    </dgm:pt>
    <dgm:pt modelId="{817A0ABA-4CE6-4B3D-B5C5-E9805987E81E}" type="parTrans" cxnId="{706FBFF0-81D2-4C74-905E-5AA068CBD06F}">
      <dgm:prSet/>
      <dgm:spPr/>
      <dgm:t>
        <a:bodyPr/>
        <a:lstStyle/>
        <a:p>
          <a:endParaRPr lang="de-DE"/>
        </a:p>
      </dgm:t>
    </dgm:pt>
    <dgm:pt modelId="{62167B03-3117-438E-8E33-E1A8FC2FCA14}" type="sibTrans" cxnId="{706FBFF0-81D2-4C74-905E-5AA068CBD06F}">
      <dgm:prSet/>
      <dgm:spPr/>
      <dgm:t>
        <a:bodyPr/>
        <a:lstStyle/>
        <a:p>
          <a:endParaRPr lang="de-DE"/>
        </a:p>
      </dgm:t>
    </dgm:pt>
    <dgm:pt modelId="{475AB8A5-F8B1-41CF-91A0-1BBDFD1DE208}">
      <dgm:prSet/>
      <dgm:spPr/>
      <dgm:t>
        <a:bodyPr/>
        <a:lstStyle/>
        <a:p>
          <a:r>
            <a:rPr lang="de-DE" dirty="0"/>
            <a:t>.</a:t>
          </a:r>
          <a:r>
            <a:rPr lang="de-DE" dirty="0" err="1"/>
            <a:t>stl</a:t>
          </a:r>
          <a:r>
            <a:rPr lang="de-DE" dirty="0"/>
            <a:t> und .3mf (moderner) sind weitverbreiterter Standard</a:t>
          </a:r>
        </a:p>
      </dgm:t>
    </dgm:pt>
    <dgm:pt modelId="{70F661F2-2D5B-42BF-93F4-C94F147E4C89}" type="parTrans" cxnId="{8B13FE53-4FFF-43C2-BDAF-7E3F1F23781B}">
      <dgm:prSet/>
      <dgm:spPr/>
      <dgm:t>
        <a:bodyPr/>
        <a:lstStyle/>
        <a:p>
          <a:endParaRPr lang="de-DE"/>
        </a:p>
      </dgm:t>
    </dgm:pt>
    <dgm:pt modelId="{082B2C6A-437E-475B-A87D-25466E88FA57}" type="sibTrans" cxnId="{8B13FE53-4FFF-43C2-BDAF-7E3F1F23781B}">
      <dgm:prSet/>
      <dgm:spPr/>
      <dgm:t>
        <a:bodyPr/>
        <a:lstStyle/>
        <a:p>
          <a:endParaRPr lang="de-DE"/>
        </a:p>
      </dgm:t>
    </dgm:pt>
    <dgm:pt modelId="{4B19B4AE-6339-42C0-ADA8-43AD8BF27C69}">
      <dgm:prSet/>
      <dgm:spPr/>
      <dgm:t>
        <a:bodyPr/>
        <a:lstStyle/>
        <a:p>
          <a:r>
            <a:rPr lang="de-DE" dirty="0"/>
            <a:t>Das "</a:t>
          </a:r>
          <a:r>
            <a:rPr lang="de-DE" dirty="0" err="1"/>
            <a:t>Slicer</a:t>
          </a:r>
          <a:r>
            <a:rPr lang="de-DE" dirty="0"/>
            <a:t>-Programm" verwandelt das 3D-Objekt in Schichten</a:t>
          </a:r>
        </a:p>
      </dgm:t>
    </dgm:pt>
    <dgm:pt modelId="{1284E135-F023-430B-8C63-A6CDCE341CD0}" type="parTrans" cxnId="{CAE12D24-BEBB-4D70-A545-BDA1EF1079FA}">
      <dgm:prSet/>
      <dgm:spPr/>
      <dgm:t>
        <a:bodyPr/>
        <a:lstStyle/>
        <a:p>
          <a:endParaRPr lang="de-DE"/>
        </a:p>
      </dgm:t>
    </dgm:pt>
    <dgm:pt modelId="{75AB93EB-BC12-4E14-A126-6CCCA1B54A2D}" type="sibTrans" cxnId="{CAE12D24-BEBB-4D70-A545-BDA1EF1079FA}">
      <dgm:prSet/>
      <dgm:spPr/>
      <dgm:t>
        <a:bodyPr/>
        <a:lstStyle/>
        <a:p>
          <a:endParaRPr lang="de-DE"/>
        </a:p>
      </dgm:t>
    </dgm:pt>
    <dgm:pt modelId="{8FCD9DE2-D2DA-4599-A298-51C600729FC0}">
      <dgm:prSet/>
      <dgm:spPr/>
      <dgm:t>
        <a:bodyPr/>
        <a:lstStyle/>
        <a:p>
          <a:r>
            <a:rPr lang="de-DE" dirty="0" err="1"/>
            <a:t>Slicer</a:t>
          </a:r>
          <a:r>
            <a:rPr lang="de-DE" dirty="0"/>
            <a:t> verwendet dabei frei definierbare Parameter wie Material (Filament), Schichtdicke, Farbe, Auflösung, Platzierung</a:t>
          </a:r>
        </a:p>
      </dgm:t>
    </dgm:pt>
    <dgm:pt modelId="{7D89CE96-6DF2-40D4-ABDC-DB79278A1220}" type="parTrans" cxnId="{6803A880-B58B-4CA4-82FE-2FA4B9C65E59}">
      <dgm:prSet/>
      <dgm:spPr/>
      <dgm:t>
        <a:bodyPr/>
        <a:lstStyle/>
        <a:p>
          <a:endParaRPr lang="de-DE"/>
        </a:p>
      </dgm:t>
    </dgm:pt>
    <dgm:pt modelId="{F2C7642C-4EC0-433E-B4A5-E3DE1A736861}" type="sibTrans" cxnId="{6803A880-B58B-4CA4-82FE-2FA4B9C65E59}">
      <dgm:prSet/>
      <dgm:spPr/>
      <dgm:t>
        <a:bodyPr/>
        <a:lstStyle/>
        <a:p>
          <a:endParaRPr lang="de-DE"/>
        </a:p>
      </dgm:t>
    </dgm:pt>
    <dgm:pt modelId="{69893619-675D-44DC-AB79-E78EF3D99835}">
      <dgm:prSet/>
      <dgm:spPr/>
      <dgm:t>
        <a:bodyPr/>
        <a:lstStyle/>
        <a:p>
          <a:r>
            <a:rPr lang="de-DE" dirty="0"/>
            <a:t>Bekannte </a:t>
          </a:r>
          <a:r>
            <a:rPr lang="de-DE" dirty="0" err="1"/>
            <a:t>Slicer</a:t>
          </a:r>
          <a:r>
            <a:rPr lang="de-DE" dirty="0"/>
            <a:t> sind Cura, Prusa </a:t>
          </a:r>
          <a:r>
            <a:rPr lang="de-DE" dirty="0" err="1"/>
            <a:t>Slicer</a:t>
          </a:r>
          <a:r>
            <a:rPr lang="de-DE" dirty="0"/>
            <a:t> oder </a:t>
          </a:r>
          <a:r>
            <a:rPr lang="de-DE" dirty="0" err="1"/>
            <a:t>Bambu</a:t>
          </a:r>
          <a:r>
            <a:rPr lang="de-DE" dirty="0"/>
            <a:t> Studio</a:t>
          </a:r>
        </a:p>
      </dgm:t>
    </dgm:pt>
    <dgm:pt modelId="{71442884-0B5E-4DB9-97E3-26E91B07A66A}" type="parTrans" cxnId="{510FFB0C-598E-4EEB-BBE4-089CEB48676E}">
      <dgm:prSet/>
      <dgm:spPr/>
      <dgm:t>
        <a:bodyPr/>
        <a:lstStyle/>
        <a:p>
          <a:endParaRPr lang="de-DE"/>
        </a:p>
      </dgm:t>
    </dgm:pt>
    <dgm:pt modelId="{12AC1AF8-3BF7-4506-88FA-AE93CDADE18F}" type="sibTrans" cxnId="{510FFB0C-598E-4EEB-BBE4-089CEB48676E}">
      <dgm:prSet/>
      <dgm:spPr/>
      <dgm:t>
        <a:bodyPr/>
        <a:lstStyle/>
        <a:p>
          <a:endParaRPr lang="de-DE"/>
        </a:p>
      </dgm:t>
    </dgm:pt>
    <dgm:pt modelId="{9B2DC9C0-75C9-422D-8593-627824A30C82}">
      <dgm:prSet/>
      <dgm:spPr/>
      <dgm:t>
        <a:bodyPr/>
        <a:lstStyle/>
        <a:p>
          <a:r>
            <a:rPr lang="de-DE" dirty="0"/>
            <a:t>3D-Druck der vom </a:t>
          </a:r>
          <a:r>
            <a:rPr lang="de-DE" dirty="0" err="1"/>
            <a:t>Slicer</a:t>
          </a:r>
          <a:r>
            <a:rPr lang="de-DE" dirty="0"/>
            <a:t> erzeugten Steuerdatei </a:t>
          </a:r>
          <a:br>
            <a:rPr lang="de-DE" dirty="0"/>
          </a:br>
          <a:r>
            <a:rPr lang="de-DE" dirty="0"/>
            <a:t>(G-Code-Datei)</a:t>
          </a:r>
        </a:p>
      </dgm:t>
    </dgm:pt>
    <dgm:pt modelId="{11B8FA65-A7DF-4747-AF2C-618AA8CF8F8A}" type="parTrans" cxnId="{A60C0DE1-F981-4DEB-983E-F0BD072B0C84}">
      <dgm:prSet/>
      <dgm:spPr/>
      <dgm:t>
        <a:bodyPr/>
        <a:lstStyle/>
        <a:p>
          <a:endParaRPr lang="de-DE"/>
        </a:p>
      </dgm:t>
    </dgm:pt>
    <dgm:pt modelId="{B7E0164D-EDC4-4003-BF51-0FB4870DC776}" type="sibTrans" cxnId="{A60C0DE1-F981-4DEB-983E-F0BD072B0C84}">
      <dgm:prSet/>
      <dgm:spPr/>
      <dgm:t>
        <a:bodyPr/>
        <a:lstStyle/>
        <a:p>
          <a:endParaRPr lang="de-DE"/>
        </a:p>
      </dgm:t>
    </dgm:pt>
    <dgm:pt modelId="{DB7397A8-A30F-450A-937D-9E8CB8E8D1CE}">
      <dgm:prSet/>
      <dgm:spPr/>
      <dgm:t>
        <a:bodyPr/>
        <a:lstStyle/>
        <a:p>
          <a:r>
            <a:rPr lang="de-DE" dirty="0"/>
            <a:t>Komplexe geometrische Strukturen möglich</a:t>
          </a:r>
        </a:p>
      </dgm:t>
    </dgm:pt>
    <dgm:pt modelId="{23A2D03D-506A-4E55-A39E-62B50FAE7E02}" type="parTrans" cxnId="{B004335F-39D5-41EB-974F-3DC17BB50108}">
      <dgm:prSet/>
      <dgm:spPr/>
      <dgm:t>
        <a:bodyPr/>
        <a:lstStyle/>
        <a:p>
          <a:endParaRPr lang="de-DE"/>
        </a:p>
      </dgm:t>
    </dgm:pt>
    <dgm:pt modelId="{C1B03A27-974F-4217-8229-F14A8363DBC5}" type="sibTrans" cxnId="{B004335F-39D5-41EB-974F-3DC17BB50108}">
      <dgm:prSet/>
      <dgm:spPr/>
      <dgm:t>
        <a:bodyPr/>
        <a:lstStyle/>
        <a:p>
          <a:endParaRPr lang="de-DE"/>
        </a:p>
      </dgm:t>
    </dgm:pt>
    <dgm:pt modelId="{4385343D-94C5-4825-B070-66715F791AA5}">
      <dgm:prSet/>
      <dgm:spPr/>
      <dgm:t>
        <a:bodyPr/>
        <a:lstStyle/>
        <a:p>
          <a:r>
            <a:rPr lang="de-DE" dirty="0"/>
            <a:t>Mathematische Objektfunktionen (z.B. Subtraktion) möglich</a:t>
          </a:r>
        </a:p>
      </dgm:t>
    </dgm:pt>
    <dgm:pt modelId="{46531F3B-E54D-463E-8D61-7DEF36D2396D}" type="parTrans" cxnId="{FA330DAB-A07B-43CD-9E17-A69FDB805581}">
      <dgm:prSet/>
      <dgm:spPr/>
      <dgm:t>
        <a:bodyPr/>
        <a:lstStyle/>
        <a:p>
          <a:endParaRPr lang="de-DE"/>
        </a:p>
      </dgm:t>
    </dgm:pt>
    <dgm:pt modelId="{5F325DC8-051B-4E3F-8C0E-056DE0F1B90D}" type="sibTrans" cxnId="{FA330DAB-A07B-43CD-9E17-A69FDB805581}">
      <dgm:prSet/>
      <dgm:spPr/>
      <dgm:t>
        <a:bodyPr/>
        <a:lstStyle/>
        <a:p>
          <a:endParaRPr lang="de-DE"/>
        </a:p>
      </dgm:t>
    </dgm:pt>
    <dgm:pt modelId="{D3836C8E-F200-4E6A-94EB-24623B9B17CB}">
      <dgm:prSet/>
      <dgm:spPr/>
      <dgm:t>
        <a:bodyPr/>
        <a:lstStyle/>
        <a:p>
          <a:r>
            <a:rPr lang="de-DE" dirty="0"/>
            <a:t>Werden auf den Standardplattformen als Downloadformat verwendet:</a:t>
          </a:r>
        </a:p>
      </dgm:t>
    </dgm:pt>
    <dgm:pt modelId="{53C909A2-017F-4D16-9B10-2813E720FF5D}" type="parTrans" cxnId="{9D7645C2-0700-41E4-A6CF-96F421F142DF}">
      <dgm:prSet/>
      <dgm:spPr/>
      <dgm:t>
        <a:bodyPr/>
        <a:lstStyle/>
        <a:p>
          <a:endParaRPr lang="de-DE"/>
        </a:p>
      </dgm:t>
    </dgm:pt>
    <dgm:pt modelId="{CDEFD403-9AD9-4C8F-AF8B-A7154507637F}" type="sibTrans" cxnId="{9D7645C2-0700-41E4-A6CF-96F421F142DF}">
      <dgm:prSet/>
      <dgm:spPr/>
      <dgm:t>
        <a:bodyPr/>
        <a:lstStyle/>
        <a:p>
          <a:endParaRPr lang="de-DE"/>
        </a:p>
      </dgm:t>
    </dgm:pt>
    <dgm:pt modelId="{956CE287-61F5-43AD-8B0F-F22AB7BD8C15}">
      <dgm:prSet/>
      <dgm:spPr/>
      <dgm:t>
        <a:bodyPr/>
        <a:lstStyle/>
        <a:p>
          <a:r>
            <a:rPr lang="de-DE" dirty="0"/>
            <a:t>Drucker empfängt die vom </a:t>
          </a:r>
          <a:r>
            <a:rPr lang="de-DE" dirty="0" err="1"/>
            <a:t>Slicer</a:t>
          </a:r>
          <a:r>
            <a:rPr lang="de-DE" dirty="0"/>
            <a:t> erzeugte G-Code-Datei, kalibriert sich und druckt diese Schicht für Schicht aus</a:t>
          </a:r>
        </a:p>
      </dgm:t>
    </dgm:pt>
    <dgm:pt modelId="{F621307C-3480-4315-A1D1-4C9A17966A0B}" type="parTrans" cxnId="{36975CDF-AFBE-4F98-999E-A983B201F8AF}">
      <dgm:prSet/>
      <dgm:spPr/>
      <dgm:t>
        <a:bodyPr/>
        <a:lstStyle/>
        <a:p>
          <a:endParaRPr lang="de-DE"/>
        </a:p>
      </dgm:t>
    </dgm:pt>
    <dgm:pt modelId="{14EA7767-2496-429F-9482-2555405532EE}" type="sibTrans" cxnId="{36975CDF-AFBE-4F98-999E-A983B201F8AF}">
      <dgm:prSet/>
      <dgm:spPr/>
      <dgm:t>
        <a:bodyPr/>
        <a:lstStyle/>
        <a:p>
          <a:endParaRPr lang="de-DE"/>
        </a:p>
      </dgm:t>
    </dgm:pt>
    <dgm:pt modelId="{34300B88-E4D5-4E25-8AEC-5019B0219683}">
      <dgm:prSet/>
      <dgm:spPr/>
      <dgm:t>
        <a:bodyPr/>
        <a:lstStyle/>
        <a:p>
          <a:r>
            <a:rPr lang="de-DE" dirty="0"/>
            <a:t>Bei "frei schwebenden" Teilen (z.B. Brücke) werden bei Bedarf Hilfsstrukturen / Stützen gedruckt, die nach dem Druck entfernt werden</a:t>
          </a:r>
        </a:p>
      </dgm:t>
    </dgm:pt>
    <dgm:pt modelId="{428DF03B-4C55-4C1A-949C-55AE6CD3EB5F}" type="parTrans" cxnId="{B87030B2-F1AA-4CF0-912C-49B363FBE9F1}">
      <dgm:prSet/>
      <dgm:spPr/>
      <dgm:t>
        <a:bodyPr/>
        <a:lstStyle/>
        <a:p>
          <a:endParaRPr lang="de-DE"/>
        </a:p>
      </dgm:t>
    </dgm:pt>
    <dgm:pt modelId="{30E24FEC-02DE-4DA9-AFEA-20E8AC75EB0D}" type="sibTrans" cxnId="{B87030B2-F1AA-4CF0-912C-49B363FBE9F1}">
      <dgm:prSet/>
      <dgm:spPr/>
      <dgm:t>
        <a:bodyPr/>
        <a:lstStyle/>
        <a:p>
          <a:endParaRPr lang="de-DE"/>
        </a:p>
      </dgm:t>
    </dgm:pt>
    <dgm:pt modelId="{29A6950C-2E56-495E-9CE7-FBED7ECD0F5A}">
      <dgm:prSet/>
      <dgm:spPr/>
      <dgm:t>
        <a:bodyPr/>
        <a:lstStyle/>
        <a:p>
          <a:r>
            <a:rPr lang="de-DE" dirty="0"/>
            <a:t>Thingiverse.com</a:t>
          </a:r>
        </a:p>
      </dgm:t>
    </dgm:pt>
    <dgm:pt modelId="{B11F1EAE-A49E-480B-A186-5A05195FF260}" type="parTrans" cxnId="{71CFE86E-6E24-4754-B6DF-4C7276C7096F}">
      <dgm:prSet/>
      <dgm:spPr/>
      <dgm:t>
        <a:bodyPr/>
        <a:lstStyle/>
        <a:p>
          <a:endParaRPr lang="de-DE"/>
        </a:p>
      </dgm:t>
    </dgm:pt>
    <dgm:pt modelId="{563E4763-274D-4376-A4EA-F3548EB869FA}" type="sibTrans" cxnId="{71CFE86E-6E24-4754-B6DF-4C7276C7096F}">
      <dgm:prSet/>
      <dgm:spPr/>
      <dgm:t>
        <a:bodyPr/>
        <a:lstStyle/>
        <a:p>
          <a:endParaRPr lang="de-DE"/>
        </a:p>
      </dgm:t>
    </dgm:pt>
    <dgm:pt modelId="{2BFBCA74-2402-4CE8-8C2A-9D3D4ECAC55A}">
      <dgm:prSet/>
      <dgm:spPr/>
      <dgm:t>
        <a:bodyPr/>
        <a:lstStyle/>
        <a:p>
          <a:r>
            <a:rPr lang="de-DE" dirty="0"/>
            <a:t>Printables.com</a:t>
          </a:r>
        </a:p>
      </dgm:t>
    </dgm:pt>
    <dgm:pt modelId="{D7840FF6-D3F4-46F9-8E66-5D4442EB8E61}" type="parTrans" cxnId="{9AADA672-219B-438A-814D-6376974EEEB9}">
      <dgm:prSet/>
      <dgm:spPr/>
      <dgm:t>
        <a:bodyPr/>
        <a:lstStyle/>
        <a:p>
          <a:endParaRPr lang="de-DE"/>
        </a:p>
      </dgm:t>
    </dgm:pt>
    <dgm:pt modelId="{D6BCC340-A5CB-45F1-B1AA-AE749C99EF69}" type="sibTrans" cxnId="{9AADA672-219B-438A-814D-6376974EEEB9}">
      <dgm:prSet/>
      <dgm:spPr/>
      <dgm:t>
        <a:bodyPr/>
        <a:lstStyle/>
        <a:p>
          <a:endParaRPr lang="de-DE"/>
        </a:p>
      </dgm:t>
    </dgm:pt>
    <dgm:pt modelId="{0E7E7198-A6D6-432B-BBB4-DF36197ECF98}">
      <dgm:prSet/>
      <dgm:spPr/>
      <dgm:t>
        <a:bodyPr/>
        <a:lstStyle/>
        <a:p>
          <a:r>
            <a:rPr lang="de-DE" dirty="0"/>
            <a:t>Makerworld.com</a:t>
          </a:r>
        </a:p>
      </dgm:t>
    </dgm:pt>
    <dgm:pt modelId="{04387C6D-7CE5-477D-8B90-1F15063891CC}" type="parTrans" cxnId="{40424BB5-DC30-4E2D-A1F8-5B18B2706F7C}">
      <dgm:prSet/>
      <dgm:spPr/>
      <dgm:t>
        <a:bodyPr/>
        <a:lstStyle/>
        <a:p>
          <a:endParaRPr lang="de-DE"/>
        </a:p>
      </dgm:t>
    </dgm:pt>
    <dgm:pt modelId="{85CE34D1-A558-41BE-ABAB-57B72FDAAB2B}" type="sibTrans" cxnId="{40424BB5-DC30-4E2D-A1F8-5B18B2706F7C}">
      <dgm:prSet/>
      <dgm:spPr/>
      <dgm:t>
        <a:bodyPr/>
        <a:lstStyle/>
        <a:p>
          <a:endParaRPr lang="de-DE"/>
        </a:p>
      </dgm:t>
    </dgm:pt>
    <dgm:pt modelId="{2A29CDF9-7BE5-4594-8F06-E9671682D3E4}" type="pres">
      <dgm:prSet presAssocID="{B9EEBFC4-D579-4850-B7C2-99C605E1853E}" presName="linearFlow" presStyleCnt="0">
        <dgm:presLayoutVars>
          <dgm:dir/>
          <dgm:animLvl val="lvl"/>
          <dgm:resizeHandles val="exact"/>
        </dgm:presLayoutVars>
      </dgm:prSet>
      <dgm:spPr/>
    </dgm:pt>
    <dgm:pt modelId="{5956F367-BD29-46FA-A648-36C3255006C5}" type="pres">
      <dgm:prSet presAssocID="{87C50805-B00D-4AEF-9A7C-E5DF71EB35D7}" presName="composite" presStyleCnt="0"/>
      <dgm:spPr/>
    </dgm:pt>
    <dgm:pt modelId="{06CA63BF-4E0C-412B-BEF2-E7CCC1EBC47B}" type="pres">
      <dgm:prSet presAssocID="{87C50805-B00D-4AEF-9A7C-E5DF71EB35D7}" presName="parTx" presStyleLbl="node1" presStyleIdx="0" presStyleCnt="4">
        <dgm:presLayoutVars>
          <dgm:chMax val="0"/>
          <dgm:chPref val="0"/>
          <dgm:bulletEnabled val="1"/>
        </dgm:presLayoutVars>
      </dgm:prSet>
      <dgm:spPr/>
    </dgm:pt>
    <dgm:pt modelId="{93B39863-16CD-4056-85EE-234B9BB594AB}" type="pres">
      <dgm:prSet presAssocID="{87C50805-B00D-4AEF-9A7C-E5DF71EB35D7}" presName="parSh" presStyleLbl="node1" presStyleIdx="0" presStyleCnt="4"/>
      <dgm:spPr/>
    </dgm:pt>
    <dgm:pt modelId="{27E0BC33-8CEE-4FFD-A140-5E4DEDFDCB0B}" type="pres">
      <dgm:prSet presAssocID="{87C50805-B00D-4AEF-9A7C-E5DF71EB35D7}" presName="desTx" presStyleLbl="fgAcc1" presStyleIdx="0" presStyleCnt="4" custScaleY="82918" custLinFactNeighborX="684" custLinFactNeighborY="-14420">
        <dgm:presLayoutVars>
          <dgm:bulletEnabled val="1"/>
        </dgm:presLayoutVars>
      </dgm:prSet>
      <dgm:spPr/>
    </dgm:pt>
    <dgm:pt modelId="{9A006DCA-9264-475F-A707-83E3CF607611}" type="pres">
      <dgm:prSet presAssocID="{E655D946-9715-4A1F-A81B-FAFC9413BEA4}" presName="sibTrans" presStyleLbl="sibTrans2D1" presStyleIdx="0" presStyleCnt="3"/>
      <dgm:spPr/>
    </dgm:pt>
    <dgm:pt modelId="{9C28EB08-1CE8-4733-A9B9-CF6F4D8CDDF8}" type="pres">
      <dgm:prSet presAssocID="{E655D946-9715-4A1F-A81B-FAFC9413BEA4}" presName="connTx" presStyleLbl="sibTrans2D1" presStyleIdx="0" presStyleCnt="3"/>
      <dgm:spPr/>
    </dgm:pt>
    <dgm:pt modelId="{0F603182-F477-4A97-AF63-15C6102DED1D}" type="pres">
      <dgm:prSet presAssocID="{296CB03B-4C38-42A1-976D-6A1F68A3DE49}" presName="composite" presStyleCnt="0"/>
      <dgm:spPr/>
    </dgm:pt>
    <dgm:pt modelId="{859746CE-D33C-4854-8F10-C76671513152}" type="pres">
      <dgm:prSet presAssocID="{296CB03B-4C38-42A1-976D-6A1F68A3DE49}" presName="parTx" presStyleLbl="node1" presStyleIdx="0" presStyleCnt="4">
        <dgm:presLayoutVars>
          <dgm:chMax val="0"/>
          <dgm:chPref val="0"/>
          <dgm:bulletEnabled val="1"/>
        </dgm:presLayoutVars>
      </dgm:prSet>
      <dgm:spPr/>
    </dgm:pt>
    <dgm:pt modelId="{7AE701FF-B800-46DA-BBC7-71474844EF35}" type="pres">
      <dgm:prSet presAssocID="{296CB03B-4C38-42A1-976D-6A1F68A3DE49}" presName="parSh" presStyleLbl="node1" presStyleIdx="1" presStyleCnt="4" custLinFactNeighborX="1364" custLinFactNeighborY="7636"/>
      <dgm:spPr/>
    </dgm:pt>
    <dgm:pt modelId="{B8EF16AE-FAA3-47BE-BB99-F1F9C062C46E}" type="pres">
      <dgm:prSet presAssocID="{296CB03B-4C38-42A1-976D-6A1F68A3DE49}" presName="desTx" presStyleLbl="fgAcc1" presStyleIdx="1" presStyleCnt="4" custScaleX="123657" custScaleY="89008" custLinFactNeighborX="-2164" custLinFactNeighborY="-10131">
        <dgm:presLayoutVars>
          <dgm:bulletEnabled val="1"/>
        </dgm:presLayoutVars>
      </dgm:prSet>
      <dgm:spPr/>
    </dgm:pt>
    <dgm:pt modelId="{B4421785-107F-4618-A0A5-8F806AD417D8}" type="pres">
      <dgm:prSet presAssocID="{436FADE1-F833-4748-99C1-BED9530D409F}" presName="sibTrans" presStyleLbl="sibTrans2D1" presStyleIdx="1" presStyleCnt="3"/>
      <dgm:spPr/>
    </dgm:pt>
    <dgm:pt modelId="{4E07824C-5DA0-43ED-AB78-AD2FAD345EF0}" type="pres">
      <dgm:prSet presAssocID="{436FADE1-F833-4748-99C1-BED9530D409F}" presName="connTx" presStyleLbl="sibTrans2D1" presStyleIdx="1" presStyleCnt="3"/>
      <dgm:spPr/>
    </dgm:pt>
    <dgm:pt modelId="{EF8B5A0F-AE6B-4A1F-87BC-9C654A11C4B4}" type="pres">
      <dgm:prSet presAssocID="{229C158A-C3A0-4C67-A44C-214D24D31FB1}" presName="composite" presStyleCnt="0"/>
      <dgm:spPr/>
    </dgm:pt>
    <dgm:pt modelId="{D25096C6-B314-4780-95EF-D5AD47AF5740}" type="pres">
      <dgm:prSet presAssocID="{229C158A-C3A0-4C67-A44C-214D24D31FB1}" presName="parTx" presStyleLbl="node1" presStyleIdx="1" presStyleCnt="4">
        <dgm:presLayoutVars>
          <dgm:chMax val="0"/>
          <dgm:chPref val="0"/>
          <dgm:bulletEnabled val="1"/>
        </dgm:presLayoutVars>
      </dgm:prSet>
      <dgm:spPr/>
    </dgm:pt>
    <dgm:pt modelId="{9BA943E7-F6BB-4EF3-AF6B-47F82A33C3C5}" type="pres">
      <dgm:prSet presAssocID="{229C158A-C3A0-4C67-A44C-214D24D31FB1}" presName="parSh" presStyleLbl="node1" presStyleIdx="2" presStyleCnt="4"/>
      <dgm:spPr/>
    </dgm:pt>
    <dgm:pt modelId="{194E39FF-80A7-4B9E-914B-0E8BF927450E}" type="pres">
      <dgm:prSet presAssocID="{229C158A-C3A0-4C67-A44C-214D24D31FB1}" presName="desTx" presStyleLbl="fgAcc1" presStyleIdx="2" presStyleCnt="4" custScaleX="124807" custScaleY="72192" custLinFactNeighborX="588" custLinFactNeighborY="-10977">
        <dgm:presLayoutVars>
          <dgm:bulletEnabled val="1"/>
        </dgm:presLayoutVars>
      </dgm:prSet>
      <dgm:spPr/>
    </dgm:pt>
    <dgm:pt modelId="{B74DB649-9788-4B71-AC32-57A4BD7B941B}" type="pres">
      <dgm:prSet presAssocID="{99BE21FF-EEC8-4572-87F2-4C4B0EE3A410}" presName="sibTrans" presStyleLbl="sibTrans2D1" presStyleIdx="2" presStyleCnt="3"/>
      <dgm:spPr/>
    </dgm:pt>
    <dgm:pt modelId="{553BA27E-DEB7-4D48-BBD7-35B463437580}" type="pres">
      <dgm:prSet presAssocID="{99BE21FF-EEC8-4572-87F2-4C4B0EE3A410}" presName="connTx" presStyleLbl="sibTrans2D1" presStyleIdx="2" presStyleCnt="3"/>
      <dgm:spPr/>
    </dgm:pt>
    <dgm:pt modelId="{66F5C0A8-BD91-4BB2-8F08-43496BEAB42A}" type="pres">
      <dgm:prSet presAssocID="{9B2DC9C0-75C9-422D-8593-627824A30C82}" presName="composite" presStyleCnt="0"/>
      <dgm:spPr/>
    </dgm:pt>
    <dgm:pt modelId="{C40A43A3-6676-46E7-B557-3ACBFBECC8A0}" type="pres">
      <dgm:prSet presAssocID="{9B2DC9C0-75C9-422D-8593-627824A30C82}" presName="parTx" presStyleLbl="node1" presStyleIdx="2" presStyleCnt="4">
        <dgm:presLayoutVars>
          <dgm:chMax val="0"/>
          <dgm:chPref val="0"/>
          <dgm:bulletEnabled val="1"/>
        </dgm:presLayoutVars>
      </dgm:prSet>
      <dgm:spPr/>
    </dgm:pt>
    <dgm:pt modelId="{690F2B08-09AB-43F2-B83A-7ADD5A279389}" type="pres">
      <dgm:prSet presAssocID="{9B2DC9C0-75C9-422D-8593-627824A30C82}" presName="parSh" presStyleLbl="node1" presStyleIdx="3" presStyleCnt="4"/>
      <dgm:spPr/>
    </dgm:pt>
    <dgm:pt modelId="{D53DA4CB-6F9B-4D12-ADFA-CD685F9DC2EF}" type="pres">
      <dgm:prSet presAssocID="{9B2DC9C0-75C9-422D-8593-627824A30C82}" presName="desTx" presStyleLbl="fgAcc1" presStyleIdx="3" presStyleCnt="4" custScaleX="109435" custScaleY="69225" custLinFactNeighborX="-8864" custLinFactNeighborY="-19059">
        <dgm:presLayoutVars>
          <dgm:bulletEnabled val="1"/>
        </dgm:presLayoutVars>
      </dgm:prSet>
      <dgm:spPr/>
    </dgm:pt>
  </dgm:ptLst>
  <dgm:cxnLst>
    <dgm:cxn modelId="{F4DE7702-2418-4F33-BC03-90242B5C668C}" type="presOf" srcId="{69893619-675D-44DC-AB79-E78EF3D99835}" destId="{194E39FF-80A7-4B9E-914B-0E8BF927450E}" srcOrd="0" destOrd="2" presId="urn:microsoft.com/office/officeart/2005/8/layout/process3"/>
    <dgm:cxn modelId="{510FFB0C-598E-4EEB-BBE4-089CEB48676E}" srcId="{229C158A-C3A0-4C67-A44C-214D24D31FB1}" destId="{69893619-675D-44DC-AB79-E78EF3D99835}" srcOrd="2" destOrd="0" parTransId="{71442884-0B5E-4DB9-97E3-26E91B07A66A}" sibTransId="{12AC1AF8-3BF7-4506-88FA-AE93CDADE18F}"/>
    <dgm:cxn modelId="{7C802515-CEA1-4BD9-B697-B9B00C4060C3}" type="presOf" srcId="{956CE287-61F5-43AD-8B0F-F22AB7BD8C15}" destId="{D53DA4CB-6F9B-4D12-ADFA-CD685F9DC2EF}" srcOrd="0" destOrd="0" presId="urn:microsoft.com/office/officeart/2005/8/layout/process3"/>
    <dgm:cxn modelId="{CB9BE718-5234-4189-9E25-73B6DB53A89F}" type="presOf" srcId="{E655D946-9715-4A1F-A81B-FAFC9413BEA4}" destId="{9C28EB08-1CE8-4733-A9B9-CF6F4D8CDDF8}" srcOrd="1" destOrd="0" presId="urn:microsoft.com/office/officeart/2005/8/layout/process3"/>
    <dgm:cxn modelId="{1E8C3619-7F7D-4994-8523-AEB9CC7E80EA}" srcId="{87C50805-B00D-4AEF-9A7C-E5DF71EB35D7}" destId="{07BCC4E7-E383-4338-BAD1-3088E40B7D9C}" srcOrd="1" destOrd="0" parTransId="{1F7DC7E2-442A-4CCC-A219-EE598FE0C14A}" sibTransId="{E1A402F9-BE8F-451B-B26E-82B486B37545}"/>
    <dgm:cxn modelId="{CAE12D24-BEBB-4D70-A545-BDA1EF1079FA}" srcId="{229C158A-C3A0-4C67-A44C-214D24D31FB1}" destId="{4B19B4AE-6339-42C0-ADA8-43AD8BF27C69}" srcOrd="0" destOrd="0" parTransId="{1284E135-F023-430B-8C63-A6CDCE341CD0}" sibTransId="{75AB93EB-BC12-4E14-A126-6CCCA1B54A2D}"/>
    <dgm:cxn modelId="{8D9FC726-1339-42E1-B018-720F98C48B82}" type="presOf" srcId="{296CB03B-4C38-42A1-976D-6A1F68A3DE49}" destId="{7AE701FF-B800-46DA-BBC7-71474844EF35}" srcOrd="1" destOrd="0" presId="urn:microsoft.com/office/officeart/2005/8/layout/process3"/>
    <dgm:cxn modelId="{21117D29-F617-4680-B5D2-2DB7D7B3A63A}" type="presOf" srcId="{4B19B4AE-6339-42C0-ADA8-43AD8BF27C69}" destId="{194E39FF-80A7-4B9E-914B-0E8BF927450E}" srcOrd="0" destOrd="0" presId="urn:microsoft.com/office/officeart/2005/8/layout/process3"/>
    <dgm:cxn modelId="{588CB033-743E-43B0-BB19-0C16B82A026A}" type="presOf" srcId="{296CB03B-4C38-42A1-976D-6A1F68A3DE49}" destId="{859746CE-D33C-4854-8F10-C76671513152}" srcOrd="0" destOrd="0" presId="urn:microsoft.com/office/officeart/2005/8/layout/process3"/>
    <dgm:cxn modelId="{B004335F-39D5-41EB-974F-3DC17BB50108}" srcId="{87C50805-B00D-4AEF-9A7C-E5DF71EB35D7}" destId="{DB7397A8-A30F-450A-937D-9E8CB8E8D1CE}" srcOrd="2" destOrd="0" parTransId="{23A2D03D-506A-4E55-A39E-62B50FAE7E02}" sibTransId="{C1B03A27-974F-4217-8229-F14A8363DBC5}"/>
    <dgm:cxn modelId="{73624962-A853-46EF-AECC-9FA7CA809F71}" type="presOf" srcId="{99BE21FF-EEC8-4572-87F2-4C4B0EE3A410}" destId="{553BA27E-DEB7-4D48-BBD7-35B463437580}" srcOrd="1" destOrd="0" presId="urn:microsoft.com/office/officeart/2005/8/layout/process3"/>
    <dgm:cxn modelId="{C3379A62-7C78-4BD9-A85D-B29FE9FB4A59}" type="presOf" srcId="{436FADE1-F833-4748-99C1-BED9530D409F}" destId="{4E07824C-5DA0-43ED-AB78-AD2FAD345EF0}" srcOrd="1" destOrd="0" presId="urn:microsoft.com/office/officeart/2005/8/layout/process3"/>
    <dgm:cxn modelId="{EC036547-CD23-4243-865E-9C0F64C1D178}" type="presOf" srcId="{2BFBCA74-2402-4CE8-8C2A-9D3D4ECAC55A}" destId="{B8EF16AE-FAA3-47BE-BB99-F1F9C062C46E}" srcOrd="0" destOrd="4" presId="urn:microsoft.com/office/officeart/2005/8/layout/process3"/>
    <dgm:cxn modelId="{B5C4504E-9FAA-45ED-94F3-0B90F1BBF53C}" srcId="{B9EEBFC4-D579-4850-B7C2-99C605E1853E}" destId="{87C50805-B00D-4AEF-9A7C-E5DF71EB35D7}" srcOrd="0" destOrd="0" parTransId="{D23A5B75-C1BF-4294-B690-F70C4846E0D4}" sibTransId="{E655D946-9715-4A1F-A81B-FAFC9413BEA4}"/>
    <dgm:cxn modelId="{8FF5BE6E-E1B6-4D71-8FF2-9EEE627C2FCB}" type="presOf" srcId="{D3836C8E-F200-4E6A-94EB-24623B9B17CB}" destId="{B8EF16AE-FAA3-47BE-BB99-F1F9C062C46E}" srcOrd="0" destOrd="2" presId="urn:microsoft.com/office/officeart/2005/8/layout/process3"/>
    <dgm:cxn modelId="{71CFE86E-6E24-4754-B6DF-4C7276C7096F}" srcId="{296CB03B-4C38-42A1-976D-6A1F68A3DE49}" destId="{29A6950C-2E56-495E-9CE7-FBED7ECD0F5A}" srcOrd="3" destOrd="0" parTransId="{B11F1EAE-A49E-480B-A186-5A05195FF260}" sibTransId="{563E4763-274D-4376-A4EA-F3548EB869FA}"/>
    <dgm:cxn modelId="{8739344F-76BC-40FE-AB27-8732D369F6F1}" type="presOf" srcId="{8FCD9DE2-D2DA-4599-A298-51C600729FC0}" destId="{194E39FF-80A7-4B9E-914B-0E8BF927450E}" srcOrd="0" destOrd="1" presId="urn:microsoft.com/office/officeart/2005/8/layout/process3"/>
    <dgm:cxn modelId="{DFFB0551-FAE6-496A-A07F-BCF66BED0AB0}" type="presOf" srcId="{4385343D-94C5-4825-B070-66715F791AA5}" destId="{27E0BC33-8CEE-4FFD-A140-5E4DEDFDCB0B}" srcOrd="0" destOrd="3" presId="urn:microsoft.com/office/officeart/2005/8/layout/process3"/>
    <dgm:cxn modelId="{9AADA672-219B-438A-814D-6376974EEEB9}" srcId="{296CB03B-4C38-42A1-976D-6A1F68A3DE49}" destId="{2BFBCA74-2402-4CE8-8C2A-9D3D4ECAC55A}" srcOrd="4" destOrd="0" parTransId="{D7840FF6-D3F4-46F9-8E66-5D4442EB8E61}" sibTransId="{D6BCC340-A5CB-45F1-B1AA-AE749C99EF69}"/>
    <dgm:cxn modelId="{11C3DC52-D294-4767-A4A4-5E3E6F35F2EB}" type="presOf" srcId="{E655D946-9715-4A1F-A81B-FAFC9413BEA4}" destId="{9A006DCA-9264-475F-A707-83E3CF607611}" srcOrd="0" destOrd="0" presId="urn:microsoft.com/office/officeart/2005/8/layout/process3"/>
    <dgm:cxn modelId="{8B13FE53-4FFF-43C2-BDAF-7E3F1F23781B}" srcId="{296CB03B-4C38-42A1-976D-6A1F68A3DE49}" destId="{475AB8A5-F8B1-41CF-91A0-1BBDFD1DE208}" srcOrd="1" destOrd="0" parTransId="{70F661F2-2D5B-42BF-93F4-C94F147E4C89}" sibTransId="{082B2C6A-437E-475B-A87D-25466E88FA57}"/>
    <dgm:cxn modelId="{32930B75-1B32-42B5-A7BE-57DDF8D38390}" type="presOf" srcId="{475AB8A5-F8B1-41CF-91A0-1BBDFD1DE208}" destId="{B8EF16AE-FAA3-47BE-BB99-F1F9C062C46E}" srcOrd="0" destOrd="1" presId="urn:microsoft.com/office/officeart/2005/8/layout/process3"/>
    <dgm:cxn modelId="{B2891B76-5945-46FA-8910-D6116EFA1CA8}" type="presOf" srcId="{436FADE1-F833-4748-99C1-BED9530D409F}" destId="{B4421785-107F-4618-A0A5-8F806AD417D8}" srcOrd="0" destOrd="0" presId="urn:microsoft.com/office/officeart/2005/8/layout/process3"/>
    <dgm:cxn modelId="{DB12885A-6CC6-4107-B4C3-76BE6082115B}" type="presOf" srcId="{B9EEBFC4-D579-4850-B7C2-99C605E1853E}" destId="{2A29CDF9-7BE5-4594-8F06-E9671682D3E4}" srcOrd="0" destOrd="0" presId="urn:microsoft.com/office/officeart/2005/8/layout/process3"/>
    <dgm:cxn modelId="{510DED7C-C1D6-4776-8AD0-C1994B6F080A}" type="presOf" srcId="{7E8681C3-C807-41EB-9116-DF5ACDF88B52}" destId="{27E0BC33-8CEE-4FFD-A140-5E4DEDFDCB0B}" srcOrd="0" destOrd="0" presId="urn:microsoft.com/office/officeart/2005/8/layout/process3"/>
    <dgm:cxn modelId="{6803A880-B58B-4CA4-82FE-2FA4B9C65E59}" srcId="{229C158A-C3A0-4C67-A44C-214D24D31FB1}" destId="{8FCD9DE2-D2DA-4599-A298-51C600729FC0}" srcOrd="1" destOrd="0" parTransId="{7D89CE96-6DF2-40D4-ABDC-DB79278A1220}" sibTransId="{F2C7642C-4EC0-433E-B4A5-E3DE1A736861}"/>
    <dgm:cxn modelId="{6F314F85-9801-460F-B501-B5554C493E86}" type="presOf" srcId="{DB7397A8-A30F-450A-937D-9E8CB8E8D1CE}" destId="{27E0BC33-8CEE-4FFD-A140-5E4DEDFDCB0B}" srcOrd="0" destOrd="2" presId="urn:microsoft.com/office/officeart/2005/8/layout/process3"/>
    <dgm:cxn modelId="{476CAC86-EF18-4294-8BC6-A538E58AB733}" type="presOf" srcId="{87C50805-B00D-4AEF-9A7C-E5DF71EB35D7}" destId="{06CA63BF-4E0C-412B-BEF2-E7CCC1EBC47B}" srcOrd="0" destOrd="0" presId="urn:microsoft.com/office/officeart/2005/8/layout/process3"/>
    <dgm:cxn modelId="{153CDC8B-04C5-4F51-AACE-9B239E2FF4F0}" type="presOf" srcId="{34300B88-E4D5-4E25-8AEC-5019B0219683}" destId="{D53DA4CB-6F9B-4D12-ADFA-CD685F9DC2EF}" srcOrd="0" destOrd="1" presId="urn:microsoft.com/office/officeart/2005/8/layout/process3"/>
    <dgm:cxn modelId="{05FD7B8E-5555-410F-A9B1-EB2DB627A4FD}" type="presOf" srcId="{87C50805-B00D-4AEF-9A7C-E5DF71EB35D7}" destId="{93B39863-16CD-4056-85EE-234B9BB594AB}" srcOrd="1" destOrd="0" presId="urn:microsoft.com/office/officeart/2005/8/layout/process3"/>
    <dgm:cxn modelId="{D40AB38F-38F8-4222-8AF9-1398B1780120}" type="presOf" srcId="{1A55FD28-FFE1-4C16-A9F8-9B60E465E5AF}" destId="{B8EF16AE-FAA3-47BE-BB99-F1F9C062C46E}" srcOrd="0" destOrd="0" presId="urn:microsoft.com/office/officeart/2005/8/layout/process3"/>
    <dgm:cxn modelId="{3AE6E294-BAD2-4306-98C1-EA8F73C60F48}" type="presOf" srcId="{9B2DC9C0-75C9-422D-8593-627824A30C82}" destId="{C40A43A3-6676-46E7-B557-3ACBFBECC8A0}" srcOrd="0" destOrd="0" presId="urn:microsoft.com/office/officeart/2005/8/layout/process3"/>
    <dgm:cxn modelId="{AF2C93A3-B5D2-41E5-9F33-2890EA9A6D7C}" type="presOf" srcId="{229C158A-C3A0-4C67-A44C-214D24D31FB1}" destId="{9BA943E7-F6BB-4EF3-AF6B-47F82A33C3C5}" srcOrd="1" destOrd="0" presId="urn:microsoft.com/office/officeart/2005/8/layout/process3"/>
    <dgm:cxn modelId="{D1BF4AA7-A826-49B4-9CF6-6BAE0ED497A3}" type="presOf" srcId="{229C158A-C3A0-4C67-A44C-214D24D31FB1}" destId="{D25096C6-B314-4780-95EF-D5AD47AF5740}" srcOrd="0" destOrd="0" presId="urn:microsoft.com/office/officeart/2005/8/layout/process3"/>
    <dgm:cxn modelId="{FA330DAB-A07B-43CD-9E17-A69FDB805581}" srcId="{87C50805-B00D-4AEF-9A7C-E5DF71EB35D7}" destId="{4385343D-94C5-4825-B070-66715F791AA5}" srcOrd="3" destOrd="0" parTransId="{46531F3B-E54D-463E-8D61-7DEF36D2396D}" sibTransId="{5F325DC8-051B-4E3F-8C0E-056DE0F1B90D}"/>
    <dgm:cxn modelId="{B87030B2-F1AA-4CF0-912C-49B363FBE9F1}" srcId="{9B2DC9C0-75C9-422D-8593-627824A30C82}" destId="{34300B88-E4D5-4E25-8AEC-5019B0219683}" srcOrd="1" destOrd="0" parTransId="{428DF03B-4C55-4C1A-949C-55AE6CD3EB5F}" sibTransId="{30E24FEC-02DE-4DA9-AFEA-20E8AC75EB0D}"/>
    <dgm:cxn modelId="{40424BB5-DC30-4E2D-A1F8-5B18B2706F7C}" srcId="{296CB03B-4C38-42A1-976D-6A1F68A3DE49}" destId="{0E7E7198-A6D6-432B-BBB4-DF36197ECF98}" srcOrd="5" destOrd="0" parTransId="{04387C6D-7CE5-477D-8B90-1F15063891CC}" sibTransId="{85CE34D1-A558-41BE-ABAB-57B72FDAAB2B}"/>
    <dgm:cxn modelId="{364A2EB9-EDBE-410A-8586-1E30E35CB660}" type="presOf" srcId="{0E7E7198-A6D6-432B-BBB4-DF36197ECF98}" destId="{B8EF16AE-FAA3-47BE-BB99-F1F9C062C46E}" srcOrd="0" destOrd="5" presId="urn:microsoft.com/office/officeart/2005/8/layout/process3"/>
    <dgm:cxn modelId="{1AA96DC0-0BA9-4939-96A0-6B25BBE649B7}" srcId="{B9EEBFC4-D579-4850-B7C2-99C605E1853E}" destId="{229C158A-C3A0-4C67-A44C-214D24D31FB1}" srcOrd="2" destOrd="0" parTransId="{2A417463-3400-4D37-8D08-C2A5E8BD1B67}" sibTransId="{99BE21FF-EEC8-4572-87F2-4C4B0EE3A410}"/>
    <dgm:cxn modelId="{9D7645C2-0700-41E4-A6CF-96F421F142DF}" srcId="{296CB03B-4C38-42A1-976D-6A1F68A3DE49}" destId="{D3836C8E-F200-4E6A-94EB-24623B9B17CB}" srcOrd="2" destOrd="0" parTransId="{53C909A2-017F-4D16-9B10-2813E720FF5D}" sibTransId="{CDEFD403-9AD9-4C8F-AF8B-A7154507637F}"/>
    <dgm:cxn modelId="{2C0AA3C6-A2D7-4C79-845E-28577B1E576E}" srcId="{B9EEBFC4-D579-4850-B7C2-99C605E1853E}" destId="{296CB03B-4C38-42A1-976D-6A1F68A3DE49}" srcOrd="1" destOrd="0" parTransId="{DCAAD983-DA5B-4538-AA41-EE849538DE57}" sibTransId="{436FADE1-F833-4748-99C1-BED9530D409F}"/>
    <dgm:cxn modelId="{8AF8CFD5-30C4-4E2E-96BC-6950E8CAB8C2}" type="presOf" srcId="{99BE21FF-EEC8-4572-87F2-4C4B0EE3A410}" destId="{B74DB649-9788-4B71-AC32-57A4BD7B941B}" srcOrd="0" destOrd="0" presId="urn:microsoft.com/office/officeart/2005/8/layout/process3"/>
    <dgm:cxn modelId="{B3B692D9-F7AD-4E93-99D3-645838171F1C}" srcId="{87C50805-B00D-4AEF-9A7C-E5DF71EB35D7}" destId="{7E8681C3-C807-41EB-9116-DF5ACDF88B52}" srcOrd="0" destOrd="0" parTransId="{FD76F3A6-95D6-4E13-81F7-0026FE001926}" sibTransId="{29001ADF-FBE8-4C25-9FDF-184814A172CD}"/>
    <dgm:cxn modelId="{36975CDF-AFBE-4F98-999E-A983B201F8AF}" srcId="{9B2DC9C0-75C9-422D-8593-627824A30C82}" destId="{956CE287-61F5-43AD-8B0F-F22AB7BD8C15}" srcOrd="0" destOrd="0" parTransId="{F621307C-3480-4315-A1D1-4C9A17966A0B}" sibTransId="{14EA7767-2496-429F-9482-2555405532EE}"/>
    <dgm:cxn modelId="{A60C0DE1-F981-4DEB-983E-F0BD072B0C84}" srcId="{B9EEBFC4-D579-4850-B7C2-99C605E1853E}" destId="{9B2DC9C0-75C9-422D-8593-627824A30C82}" srcOrd="3" destOrd="0" parTransId="{11B8FA65-A7DF-4747-AF2C-618AA8CF8F8A}" sibTransId="{B7E0164D-EDC4-4003-BF51-0FB4870DC776}"/>
    <dgm:cxn modelId="{52DF6BE4-4A06-4942-AFDF-A88AB6C364E6}" type="presOf" srcId="{9B2DC9C0-75C9-422D-8593-627824A30C82}" destId="{690F2B08-09AB-43F2-B83A-7ADD5A279389}" srcOrd="1" destOrd="0" presId="urn:microsoft.com/office/officeart/2005/8/layout/process3"/>
    <dgm:cxn modelId="{706FBFF0-81D2-4C74-905E-5AA068CBD06F}" srcId="{296CB03B-4C38-42A1-976D-6A1F68A3DE49}" destId="{1A55FD28-FFE1-4C16-A9F8-9B60E465E5AF}" srcOrd="0" destOrd="0" parTransId="{817A0ABA-4CE6-4B3D-B5C5-E9805987E81E}" sibTransId="{62167B03-3117-438E-8E33-E1A8FC2FCA14}"/>
    <dgm:cxn modelId="{AE28F4F0-AE97-4932-99D4-51519E818B6B}" type="presOf" srcId="{29A6950C-2E56-495E-9CE7-FBED7ECD0F5A}" destId="{B8EF16AE-FAA3-47BE-BB99-F1F9C062C46E}" srcOrd="0" destOrd="3" presId="urn:microsoft.com/office/officeart/2005/8/layout/process3"/>
    <dgm:cxn modelId="{ED5AE9FB-97A7-4952-91BE-5AEE5603360C}" type="presOf" srcId="{07BCC4E7-E383-4338-BAD1-3088E40B7D9C}" destId="{27E0BC33-8CEE-4FFD-A140-5E4DEDFDCB0B}" srcOrd="0" destOrd="1" presId="urn:microsoft.com/office/officeart/2005/8/layout/process3"/>
    <dgm:cxn modelId="{9D2CBF75-CB84-446B-850A-C76951392354}" type="presParOf" srcId="{2A29CDF9-7BE5-4594-8F06-E9671682D3E4}" destId="{5956F367-BD29-46FA-A648-36C3255006C5}" srcOrd="0" destOrd="0" presId="urn:microsoft.com/office/officeart/2005/8/layout/process3"/>
    <dgm:cxn modelId="{B7D59AB5-E5EE-4382-A7AE-40643FD982B3}" type="presParOf" srcId="{5956F367-BD29-46FA-A648-36C3255006C5}" destId="{06CA63BF-4E0C-412B-BEF2-E7CCC1EBC47B}" srcOrd="0" destOrd="0" presId="urn:microsoft.com/office/officeart/2005/8/layout/process3"/>
    <dgm:cxn modelId="{FDEBE688-330A-4578-8A6B-6D7F85CA9633}" type="presParOf" srcId="{5956F367-BD29-46FA-A648-36C3255006C5}" destId="{93B39863-16CD-4056-85EE-234B9BB594AB}" srcOrd="1" destOrd="0" presId="urn:microsoft.com/office/officeart/2005/8/layout/process3"/>
    <dgm:cxn modelId="{2A840AD6-8ACC-41C4-AF36-8EF2E5268BEC}" type="presParOf" srcId="{5956F367-BD29-46FA-A648-36C3255006C5}" destId="{27E0BC33-8CEE-4FFD-A140-5E4DEDFDCB0B}" srcOrd="2" destOrd="0" presId="urn:microsoft.com/office/officeart/2005/8/layout/process3"/>
    <dgm:cxn modelId="{BCDEFD72-484F-4DB6-BE2F-473060445D1A}" type="presParOf" srcId="{2A29CDF9-7BE5-4594-8F06-E9671682D3E4}" destId="{9A006DCA-9264-475F-A707-83E3CF607611}" srcOrd="1" destOrd="0" presId="urn:microsoft.com/office/officeart/2005/8/layout/process3"/>
    <dgm:cxn modelId="{33B84EBC-4C38-414B-AEE1-D82E613F65E2}" type="presParOf" srcId="{9A006DCA-9264-475F-A707-83E3CF607611}" destId="{9C28EB08-1CE8-4733-A9B9-CF6F4D8CDDF8}" srcOrd="0" destOrd="0" presId="urn:microsoft.com/office/officeart/2005/8/layout/process3"/>
    <dgm:cxn modelId="{23C50869-9E37-4DDB-89D3-E4B69CB53B6A}" type="presParOf" srcId="{2A29CDF9-7BE5-4594-8F06-E9671682D3E4}" destId="{0F603182-F477-4A97-AF63-15C6102DED1D}" srcOrd="2" destOrd="0" presId="urn:microsoft.com/office/officeart/2005/8/layout/process3"/>
    <dgm:cxn modelId="{49E9643B-A672-48FF-8EE9-CA19A2273DFC}" type="presParOf" srcId="{0F603182-F477-4A97-AF63-15C6102DED1D}" destId="{859746CE-D33C-4854-8F10-C76671513152}" srcOrd="0" destOrd="0" presId="urn:microsoft.com/office/officeart/2005/8/layout/process3"/>
    <dgm:cxn modelId="{47748968-4CD2-4A22-825D-E4C8CAD38F32}" type="presParOf" srcId="{0F603182-F477-4A97-AF63-15C6102DED1D}" destId="{7AE701FF-B800-46DA-BBC7-71474844EF35}" srcOrd="1" destOrd="0" presId="urn:microsoft.com/office/officeart/2005/8/layout/process3"/>
    <dgm:cxn modelId="{9C37EE17-52AE-4BCC-AAE1-ADA4EEFD3496}" type="presParOf" srcId="{0F603182-F477-4A97-AF63-15C6102DED1D}" destId="{B8EF16AE-FAA3-47BE-BB99-F1F9C062C46E}" srcOrd="2" destOrd="0" presId="urn:microsoft.com/office/officeart/2005/8/layout/process3"/>
    <dgm:cxn modelId="{CA280FE8-B453-4BF4-9857-DC39F3C8EBA5}" type="presParOf" srcId="{2A29CDF9-7BE5-4594-8F06-E9671682D3E4}" destId="{B4421785-107F-4618-A0A5-8F806AD417D8}" srcOrd="3" destOrd="0" presId="urn:microsoft.com/office/officeart/2005/8/layout/process3"/>
    <dgm:cxn modelId="{9FC294F6-9823-419D-8858-EC3C4B294481}" type="presParOf" srcId="{B4421785-107F-4618-A0A5-8F806AD417D8}" destId="{4E07824C-5DA0-43ED-AB78-AD2FAD345EF0}" srcOrd="0" destOrd="0" presId="urn:microsoft.com/office/officeart/2005/8/layout/process3"/>
    <dgm:cxn modelId="{A152F0F6-DDE1-402E-B375-3D5B1F7B8E3D}" type="presParOf" srcId="{2A29CDF9-7BE5-4594-8F06-E9671682D3E4}" destId="{EF8B5A0F-AE6B-4A1F-87BC-9C654A11C4B4}" srcOrd="4" destOrd="0" presId="urn:microsoft.com/office/officeart/2005/8/layout/process3"/>
    <dgm:cxn modelId="{7ACA59A5-902C-47E5-A2BE-4AD2E50A78ED}" type="presParOf" srcId="{EF8B5A0F-AE6B-4A1F-87BC-9C654A11C4B4}" destId="{D25096C6-B314-4780-95EF-D5AD47AF5740}" srcOrd="0" destOrd="0" presId="urn:microsoft.com/office/officeart/2005/8/layout/process3"/>
    <dgm:cxn modelId="{3C495963-252B-481B-AC8F-90E1A2DBC0C2}" type="presParOf" srcId="{EF8B5A0F-AE6B-4A1F-87BC-9C654A11C4B4}" destId="{9BA943E7-F6BB-4EF3-AF6B-47F82A33C3C5}" srcOrd="1" destOrd="0" presId="urn:microsoft.com/office/officeart/2005/8/layout/process3"/>
    <dgm:cxn modelId="{E235F5B7-BACB-4FD6-8310-FAEBE28BEC37}" type="presParOf" srcId="{EF8B5A0F-AE6B-4A1F-87BC-9C654A11C4B4}" destId="{194E39FF-80A7-4B9E-914B-0E8BF927450E}" srcOrd="2" destOrd="0" presId="urn:microsoft.com/office/officeart/2005/8/layout/process3"/>
    <dgm:cxn modelId="{8307B92D-7C2B-4459-86A7-2D2D216EE66A}" type="presParOf" srcId="{2A29CDF9-7BE5-4594-8F06-E9671682D3E4}" destId="{B74DB649-9788-4B71-AC32-57A4BD7B941B}" srcOrd="5" destOrd="0" presId="urn:microsoft.com/office/officeart/2005/8/layout/process3"/>
    <dgm:cxn modelId="{0942EA1F-FF5B-4E51-90A4-63ACC506ED0F}" type="presParOf" srcId="{B74DB649-9788-4B71-AC32-57A4BD7B941B}" destId="{553BA27E-DEB7-4D48-BBD7-35B463437580}" srcOrd="0" destOrd="0" presId="urn:microsoft.com/office/officeart/2005/8/layout/process3"/>
    <dgm:cxn modelId="{5A2D47BF-0ED6-4EEF-A725-F3A6C66922BC}" type="presParOf" srcId="{2A29CDF9-7BE5-4594-8F06-E9671682D3E4}" destId="{66F5C0A8-BD91-4BB2-8F08-43496BEAB42A}" srcOrd="6" destOrd="0" presId="urn:microsoft.com/office/officeart/2005/8/layout/process3"/>
    <dgm:cxn modelId="{FB246E08-261F-45DC-BDF2-077679387DBA}" type="presParOf" srcId="{66F5C0A8-BD91-4BB2-8F08-43496BEAB42A}" destId="{C40A43A3-6676-46E7-B557-3ACBFBECC8A0}" srcOrd="0" destOrd="0" presId="urn:microsoft.com/office/officeart/2005/8/layout/process3"/>
    <dgm:cxn modelId="{389F15FE-5237-4A56-B910-A5CDAE7C21CD}" type="presParOf" srcId="{66F5C0A8-BD91-4BB2-8F08-43496BEAB42A}" destId="{690F2B08-09AB-43F2-B83A-7ADD5A279389}" srcOrd="1" destOrd="0" presId="urn:microsoft.com/office/officeart/2005/8/layout/process3"/>
    <dgm:cxn modelId="{7CA85FD5-D70D-4839-916B-2ED5AC69A067}" type="presParOf" srcId="{66F5C0A8-BD91-4BB2-8F08-43496BEAB42A}" destId="{D53DA4CB-6F9B-4D12-ADFA-CD685F9DC2EF}"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B39863-16CD-4056-85EE-234B9BB594AB}">
      <dsp:nvSpPr>
        <dsp:cNvPr id="0" name=""/>
        <dsp:cNvSpPr/>
      </dsp:nvSpPr>
      <dsp:spPr>
        <a:xfrm>
          <a:off x="5088" y="299597"/>
          <a:ext cx="1929497" cy="11057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lang="de-DE" sz="1000" kern="1200" dirty="0"/>
            <a:t>Erzeugen eines bearbeitbaren 3D-Modells mit einer 3D-CAD-Software</a:t>
          </a:r>
        </a:p>
      </dsp:txBody>
      <dsp:txXfrm>
        <a:off x="5088" y="299597"/>
        <a:ext cx="1929497" cy="737140"/>
      </dsp:txXfrm>
    </dsp:sp>
    <dsp:sp modelId="{27E0BC33-8CEE-4FFD-A140-5E4DEDFDCB0B}">
      <dsp:nvSpPr>
        <dsp:cNvPr id="0" name=""/>
        <dsp:cNvSpPr/>
      </dsp:nvSpPr>
      <dsp:spPr>
        <a:xfrm>
          <a:off x="413484" y="885413"/>
          <a:ext cx="1929497" cy="2134309"/>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de-DE" sz="1000" kern="1200" dirty="0"/>
            <a:t>Erstellung in Fusion 360, </a:t>
          </a:r>
          <a:r>
            <a:rPr lang="de-DE" sz="1000" kern="1200" dirty="0" err="1"/>
            <a:t>Onshape</a:t>
          </a:r>
          <a:r>
            <a:rPr lang="de-DE" sz="1000" kern="1200" dirty="0"/>
            <a:t>, </a:t>
          </a:r>
          <a:r>
            <a:rPr lang="de-DE" sz="1000" kern="1200" dirty="0" err="1"/>
            <a:t>TinkerCAD</a:t>
          </a:r>
          <a:r>
            <a:rPr lang="de-DE" sz="1000" kern="1200" dirty="0"/>
            <a:t> oder </a:t>
          </a:r>
          <a:r>
            <a:rPr lang="de-DE" sz="1000" kern="1200" dirty="0" err="1"/>
            <a:t>FreeCAD</a:t>
          </a:r>
          <a:endParaRPr lang="de-DE" sz="1000" kern="1200" dirty="0"/>
        </a:p>
        <a:p>
          <a:pPr marL="57150" lvl="1" indent="-57150" algn="l" defTabSz="444500">
            <a:lnSpc>
              <a:spcPct val="90000"/>
            </a:lnSpc>
            <a:spcBef>
              <a:spcPct val="0"/>
            </a:spcBef>
            <a:spcAft>
              <a:spcPct val="15000"/>
            </a:spcAft>
            <a:buChar char="•"/>
          </a:pPr>
          <a:r>
            <a:rPr lang="de-DE" sz="1000" kern="1200" dirty="0"/>
            <a:t>Vektorbasiertes Dateiformat (z.B. .</a:t>
          </a:r>
          <a:r>
            <a:rPr lang="de-DE" sz="1000" kern="1200" dirty="0" err="1"/>
            <a:t>dwg</a:t>
          </a:r>
          <a:r>
            <a:rPr lang="de-DE" sz="1000" kern="1200" dirty="0"/>
            <a:t> .f3d oder .</a:t>
          </a:r>
          <a:r>
            <a:rPr lang="de-DE" sz="1000" kern="1200" dirty="0" err="1"/>
            <a:t>dxf</a:t>
          </a:r>
          <a:r>
            <a:rPr lang="de-DE" sz="1000" kern="1200" dirty="0"/>
            <a:t>)</a:t>
          </a:r>
        </a:p>
        <a:p>
          <a:pPr marL="57150" lvl="1" indent="-57150" algn="l" defTabSz="444500">
            <a:lnSpc>
              <a:spcPct val="90000"/>
            </a:lnSpc>
            <a:spcBef>
              <a:spcPct val="0"/>
            </a:spcBef>
            <a:spcAft>
              <a:spcPct val="15000"/>
            </a:spcAft>
            <a:buChar char="•"/>
          </a:pPr>
          <a:r>
            <a:rPr lang="de-DE" sz="1000" kern="1200" dirty="0"/>
            <a:t>Komplexe geometrische Strukturen möglich</a:t>
          </a:r>
        </a:p>
        <a:p>
          <a:pPr marL="57150" lvl="1" indent="-57150" algn="l" defTabSz="444500">
            <a:lnSpc>
              <a:spcPct val="90000"/>
            </a:lnSpc>
            <a:spcBef>
              <a:spcPct val="0"/>
            </a:spcBef>
            <a:spcAft>
              <a:spcPct val="15000"/>
            </a:spcAft>
            <a:buChar char="•"/>
          </a:pPr>
          <a:r>
            <a:rPr lang="de-DE" sz="1000" kern="1200" dirty="0"/>
            <a:t>Mathematische Objektfunktionen (z.B. Subtraktion) möglich</a:t>
          </a:r>
        </a:p>
      </dsp:txBody>
      <dsp:txXfrm>
        <a:off x="469997" y="941926"/>
        <a:ext cx="1816471" cy="2021283"/>
      </dsp:txXfrm>
    </dsp:sp>
    <dsp:sp modelId="{9A006DCA-9264-475F-A707-83E3CF607611}">
      <dsp:nvSpPr>
        <dsp:cNvPr id="0" name=""/>
        <dsp:cNvSpPr/>
      </dsp:nvSpPr>
      <dsp:spPr>
        <a:xfrm rot="49754">
          <a:off x="2233636" y="450854"/>
          <a:ext cx="634125" cy="4803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de-DE" sz="800" kern="1200"/>
        </a:p>
      </dsp:txBody>
      <dsp:txXfrm>
        <a:off x="2233644" y="545889"/>
        <a:ext cx="490009" cy="288232"/>
      </dsp:txXfrm>
    </dsp:sp>
    <dsp:sp modelId="{7AE701FF-B800-46DA-BBC7-71474844EF35}">
      <dsp:nvSpPr>
        <dsp:cNvPr id="0" name=""/>
        <dsp:cNvSpPr/>
      </dsp:nvSpPr>
      <dsp:spPr>
        <a:xfrm>
          <a:off x="3130922" y="344840"/>
          <a:ext cx="1929497" cy="11057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lang="de-DE" sz="1000" kern="1200" dirty="0"/>
            <a:t>Export als vereinfachtes 3d- Transferformat (.</a:t>
          </a:r>
          <a:r>
            <a:rPr lang="de-DE" sz="1000" kern="1200" dirty="0" err="1"/>
            <a:t>stl</a:t>
          </a:r>
          <a:r>
            <a:rPr lang="de-DE" sz="1000" kern="1200" dirty="0"/>
            <a:t> oder .3mf)</a:t>
          </a:r>
        </a:p>
      </dsp:txBody>
      <dsp:txXfrm>
        <a:off x="3130922" y="344840"/>
        <a:ext cx="1929497" cy="737140"/>
      </dsp:txXfrm>
    </dsp:sp>
    <dsp:sp modelId="{B8EF16AE-FAA3-47BE-BB99-F1F9C062C46E}">
      <dsp:nvSpPr>
        <dsp:cNvPr id="0" name=""/>
        <dsp:cNvSpPr/>
      </dsp:nvSpPr>
      <dsp:spPr>
        <a:xfrm>
          <a:off x="3229817" y="878244"/>
          <a:ext cx="2385958" cy="229106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de-DE" sz="1000" kern="1200" dirty="0"/>
            <a:t>Aus dem 3D-CAD-Programm exportiertes, in Dreiecke zerlegtes 3D-Objektformat</a:t>
          </a:r>
        </a:p>
        <a:p>
          <a:pPr marL="57150" lvl="1" indent="-57150" algn="l" defTabSz="444500">
            <a:lnSpc>
              <a:spcPct val="90000"/>
            </a:lnSpc>
            <a:spcBef>
              <a:spcPct val="0"/>
            </a:spcBef>
            <a:spcAft>
              <a:spcPct val="15000"/>
            </a:spcAft>
            <a:buChar char="•"/>
          </a:pPr>
          <a:r>
            <a:rPr lang="de-DE" sz="1000" kern="1200" dirty="0"/>
            <a:t>.</a:t>
          </a:r>
          <a:r>
            <a:rPr lang="de-DE" sz="1000" kern="1200" dirty="0" err="1"/>
            <a:t>stl</a:t>
          </a:r>
          <a:r>
            <a:rPr lang="de-DE" sz="1000" kern="1200" dirty="0"/>
            <a:t> und .3mf (moderner) sind weitverbreiterter Standard</a:t>
          </a:r>
        </a:p>
        <a:p>
          <a:pPr marL="57150" lvl="1" indent="-57150" algn="l" defTabSz="444500">
            <a:lnSpc>
              <a:spcPct val="90000"/>
            </a:lnSpc>
            <a:spcBef>
              <a:spcPct val="0"/>
            </a:spcBef>
            <a:spcAft>
              <a:spcPct val="15000"/>
            </a:spcAft>
            <a:buChar char="•"/>
          </a:pPr>
          <a:r>
            <a:rPr lang="de-DE" sz="1000" kern="1200" dirty="0"/>
            <a:t>Werden auf den Standardplattformen als Downloadformat verwendet:</a:t>
          </a:r>
        </a:p>
        <a:p>
          <a:pPr marL="57150" lvl="1" indent="-57150" algn="l" defTabSz="444500">
            <a:lnSpc>
              <a:spcPct val="90000"/>
            </a:lnSpc>
            <a:spcBef>
              <a:spcPct val="0"/>
            </a:spcBef>
            <a:spcAft>
              <a:spcPct val="15000"/>
            </a:spcAft>
            <a:buChar char="•"/>
          </a:pPr>
          <a:r>
            <a:rPr lang="de-DE" sz="1000" kern="1200" dirty="0"/>
            <a:t>Thingiverse.com</a:t>
          </a:r>
        </a:p>
        <a:p>
          <a:pPr marL="57150" lvl="1" indent="-57150" algn="l" defTabSz="444500">
            <a:lnSpc>
              <a:spcPct val="90000"/>
            </a:lnSpc>
            <a:spcBef>
              <a:spcPct val="0"/>
            </a:spcBef>
            <a:spcAft>
              <a:spcPct val="15000"/>
            </a:spcAft>
            <a:buChar char="•"/>
          </a:pPr>
          <a:r>
            <a:rPr lang="de-DE" sz="1000" kern="1200" dirty="0"/>
            <a:t>Printables.com</a:t>
          </a:r>
        </a:p>
        <a:p>
          <a:pPr marL="57150" lvl="1" indent="-57150" algn="l" defTabSz="444500">
            <a:lnSpc>
              <a:spcPct val="90000"/>
            </a:lnSpc>
            <a:spcBef>
              <a:spcPct val="0"/>
            </a:spcBef>
            <a:spcAft>
              <a:spcPct val="15000"/>
            </a:spcAft>
            <a:buChar char="•"/>
          </a:pPr>
          <a:r>
            <a:rPr lang="de-DE" sz="1000" kern="1200" dirty="0"/>
            <a:t>Makerworld.com</a:t>
          </a:r>
        </a:p>
      </dsp:txBody>
      <dsp:txXfrm>
        <a:off x="3296920" y="945347"/>
        <a:ext cx="2251752" cy="2156859"/>
      </dsp:txXfrm>
    </dsp:sp>
    <dsp:sp modelId="{B4421785-107F-4618-A0A5-8F806AD417D8}">
      <dsp:nvSpPr>
        <dsp:cNvPr id="0" name=""/>
        <dsp:cNvSpPr/>
      </dsp:nvSpPr>
      <dsp:spPr>
        <a:xfrm rot="24760">
          <a:off x="5403393" y="485254"/>
          <a:ext cx="727142" cy="4803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de-DE" sz="800" kern="1200"/>
        </a:p>
      </dsp:txBody>
      <dsp:txXfrm>
        <a:off x="5403395" y="580813"/>
        <a:ext cx="583026" cy="288232"/>
      </dsp:txXfrm>
    </dsp:sp>
    <dsp:sp modelId="{9BA943E7-F6BB-4EF3-AF6B-47F82A33C3C5}">
      <dsp:nvSpPr>
        <dsp:cNvPr id="0" name=""/>
        <dsp:cNvSpPr/>
      </dsp:nvSpPr>
      <dsp:spPr>
        <a:xfrm>
          <a:off x="6432351" y="368619"/>
          <a:ext cx="1929497" cy="11057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lang="de-DE" sz="1000" kern="1200" dirty="0" err="1"/>
            <a:t>Slicer</a:t>
          </a:r>
          <a:r>
            <a:rPr lang="de-DE" sz="1000" kern="1200" dirty="0"/>
            <a:t> importiert .</a:t>
          </a:r>
          <a:r>
            <a:rPr lang="de-DE" sz="1000" kern="1200" dirty="0" err="1"/>
            <a:t>stl</a:t>
          </a:r>
          <a:r>
            <a:rPr lang="de-DE" sz="1000" kern="1200" dirty="0"/>
            <a:t> und wandelt in eine "</a:t>
          </a:r>
          <a:r>
            <a:rPr lang="de-DE" sz="1000" kern="1200" dirty="0" err="1"/>
            <a:t>ge</a:t>
          </a:r>
          <a:r>
            <a:rPr lang="de-DE" sz="1000" kern="1200" dirty="0"/>
            <a:t>-slice-</a:t>
          </a:r>
          <a:r>
            <a:rPr lang="de-DE" sz="1000" kern="1200" dirty="0" err="1"/>
            <a:t>te</a:t>
          </a:r>
          <a:r>
            <a:rPr lang="de-DE" sz="1000" kern="1200" dirty="0"/>
            <a:t>" und parametrisierte Druckerdatei (G-Code)</a:t>
          </a:r>
        </a:p>
      </dsp:txBody>
      <dsp:txXfrm>
        <a:off x="6432351" y="368619"/>
        <a:ext cx="1929497" cy="737140"/>
      </dsp:txXfrm>
    </dsp:sp>
    <dsp:sp modelId="{194E39FF-80A7-4B9E-914B-0E8BF927450E}">
      <dsp:nvSpPr>
        <dsp:cNvPr id="0" name=""/>
        <dsp:cNvSpPr/>
      </dsp:nvSpPr>
      <dsp:spPr>
        <a:xfrm>
          <a:off x="6599569" y="1181101"/>
          <a:ext cx="2408147" cy="185822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de-DE" sz="1000" kern="1200" dirty="0"/>
            <a:t>Das "</a:t>
          </a:r>
          <a:r>
            <a:rPr lang="de-DE" sz="1000" kern="1200" dirty="0" err="1"/>
            <a:t>Slicer</a:t>
          </a:r>
          <a:r>
            <a:rPr lang="de-DE" sz="1000" kern="1200" dirty="0"/>
            <a:t>-Programm" verwandelt das 3D-Objekt in Schichten</a:t>
          </a:r>
        </a:p>
        <a:p>
          <a:pPr marL="57150" lvl="1" indent="-57150" algn="l" defTabSz="444500">
            <a:lnSpc>
              <a:spcPct val="90000"/>
            </a:lnSpc>
            <a:spcBef>
              <a:spcPct val="0"/>
            </a:spcBef>
            <a:spcAft>
              <a:spcPct val="15000"/>
            </a:spcAft>
            <a:buChar char="•"/>
          </a:pPr>
          <a:r>
            <a:rPr lang="de-DE" sz="1000" kern="1200" dirty="0" err="1"/>
            <a:t>Slicer</a:t>
          </a:r>
          <a:r>
            <a:rPr lang="de-DE" sz="1000" kern="1200" dirty="0"/>
            <a:t> verwendet dabei frei definierbare Parameter wie Material (Filament), Schichtdicke, Farbe, Auflösung, Platzierung</a:t>
          </a:r>
        </a:p>
        <a:p>
          <a:pPr marL="57150" lvl="1" indent="-57150" algn="l" defTabSz="444500">
            <a:lnSpc>
              <a:spcPct val="90000"/>
            </a:lnSpc>
            <a:spcBef>
              <a:spcPct val="0"/>
            </a:spcBef>
            <a:spcAft>
              <a:spcPct val="15000"/>
            </a:spcAft>
            <a:buChar char="•"/>
          </a:pPr>
          <a:r>
            <a:rPr lang="de-DE" sz="1000" kern="1200" dirty="0"/>
            <a:t>Bekannte </a:t>
          </a:r>
          <a:r>
            <a:rPr lang="de-DE" sz="1000" kern="1200" dirty="0" err="1"/>
            <a:t>Slicer</a:t>
          </a:r>
          <a:r>
            <a:rPr lang="de-DE" sz="1000" kern="1200" dirty="0"/>
            <a:t> sind Cura, Prusa </a:t>
          </a:r>
          <a:r>
            <a:rPr lang="de-DE" sz="1000" kern="1200" dirty="0" err="1"/>
            <a:t>Slicer</a:t>
          </a:r>
          <a:r>
            <a:rPr lang="de-DE" sz="1000" kern="1200" dirty="0"/>
            <a:t> oder </a:t>
          </a:r>
          <a:r>
            <a:rPr lang="de-DE" sz="1000" kern="1200" dirty="0" err="1"/>
            <a:t>Bambu</a:t>
          </a:r>
          <a:r>
            <a:rPr lang="de-DE" sz="1000" kern="1200" dirty="0"/>
            <a:t> Studio</a:t>
          </a:r>
        </a:p>
      </dsp:txBody>
      <dsp:txXfrm>
        <a:off x="6653994" y="1235526"/>
        <a:ext cx="2299297" cy="1749372"/>
      </dsp:txXfrm>
    </dsp:sp>
    <dsp:sp modelId="{B74DB649-9788-4B71-AC32-57A4BD7B941B}">
      <dsp:nvSpPr>
        <dsp:cNvPr id="0" name=""/>
        <dsp:cNvSpPr/>
      </dsp:nvSpPr>
      <dsp:spPr>
        <a:xfrm rot="19658">
          <a:off x="8714178" y="506662"/>
          <a:ext cx="746964" cy="4803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de-DE" sz="800" kern="1200"/>
        </a:p>
      </dsp:txBody>
      <dsp:txXfrm>
        <a:off x="8714179" y="602328"/>
        <a:ext cx="602848" cy="288232"/>
      </dsp:txXfrm>
    </dsp:sp>
    <dsp:sp modelId="{690F2B08-09AB-43F2-B83A-7ADD5A279389}">
      <dsp:nvSpPr>
        <dsp:cNvPr id="0" name=""/>
        <dsp:cNvSpPr/>
      </dsp:nvSpPr>
      <dsp:spPr>
        <a:xfrm>
          <a:off x="9771192" y="387712"/>
          <a:ext cx="1929497" cy="11057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lang="de-DE" sz="1000" kern="1200" dirty="0"/>
            <a:t>3D-Druck der vom </a:t>
          </a:r>
          <a:r>
            <a:rPr lang="de-DE" sz="1000" kern="1200" dirty="0" err="1"/>
            <a:t>Slicer</a:t>
          </a:r>
          <a:r>
            <a:rPr lang="de-DE" sz="1000" kern="1200" dirty="0"/>
            <a:t> erzeugten Steuerdatei </a:t>
          </a:r>
          <a:br>
            <a:rPr lang="de-DE" sz="1000" kern="1200" dirty="0"/>
          </a:br>
          <a:r>
            <a:rPr lang="de-DE" sz="1000" kern="1200" dirty="0"/>
            <a:t>(G-Code-Datei)</a:t>
          </a:r>
        </a:p>
      </dsp:txBody>
      <dsp:txXfrm>
        <a:off x="9771192" y="387712"/>
        <a:ext cx="1929497" cy="737140"/>
      </dsp:txXfrm>
    </dsp:sp>
    <dsp:sp modelId="{D53DA4CB-6F9B-4D12-ADFA-CD685F9DC2EF}">
      <dsp:nvSpPr>
        <dsp:cNvPr id="0" name=""/>
        <dsp:cNvSpPr/>
      </dsp:nvSpPr>
      <dsp:spPr>
        <a:xfrm>
          <a:off x="9904336" y="1030348"/>
          <a:ext cx="2111545" cy="178185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de-DE" sz="1000" kern="1200" dirty="0"/>
            <a:t>Drucker empfängt die vom </a:t>
          </a:r>
          <a:r>
            <a:rPr lang="de-DE" sz="1000" kern="1200" dirty="0" err="1"/>
            <a:t>Slicer</a:t>
          </a:r>
          <a:r>
            <a:rPr lang="de-DE" sz="1000" kern="1200" dirty="0"/>
            <a:t> erzeugte G-Code-Datei, kalibriert sich und druckt diese Schicht für Schicht aus</a:t>
          </a:r>
        </a:p>
        <a:p>
          <a:pPr marL="57150" lvl="1" indent="-57150" algn="l" defTabSz="444500">
            <a:lnSpc>
              <a:spcPct val="90000"/>
            </a:lnSpc>
            <a:spcBef>
              <a:spcPct val="0"/>
            </a:spcBef>
            <a:spcAft>
              <a:spcPct val="15000"/>
            </a:spcAft>
            <a:buChar char="•"/>
          </a:pPr>
          <a:r>
            <a:rPr lang="de-DE" sz="1000" kern="1200" dirty="0"/>
            <a:t>Bei "frei schwebenden" Teilen (z.B. Brücke) werden bei Bedarf Hilfsstrukturen / Stützen gedruckt, die nach dem Druck entfernt werden</a:t>
          </a:r>
        </a:p>
      </dsp:txBody>
      <dsp:txXfrm>
        <a:off x="9956525" y="1082537"/>
        <a:ext cx="2007167" cy="1677473"/>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CE9214-BE1D-4551-B3D8-2014731D2770}" type="datetimeFigureOut">
              <a:rPr lang="de-DE" smtClean="0"/>
              <a:t>06.11.2025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2FE6DF-8514-4419-85DB-A2AF81EFA4AB}" type="slidenum">
              <a:rPr lang="de-DE" smtClean="0"/>
              <a:t>‹Nr.›</a:t>
            </a:fld>
            <a:endParaRPr lang="de-DE"/>
          </a:p>
        </p:txBody>
      </p:sp>
    </p:spTree>
    <p:extLst>
      <p:ext uri="{BB962C8B-B14F-4D97-AF65-F5344CB8AC3E}">
        <p14:creationId xmlns:p14="http://schemas.microsoft.com/office/powerpoint/2010/main" val="3053430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902FE6DF-8514-4419-85DB-A2AF81EFA4AB}" type="slidenum">
              <a:rPr lang="de-DE" smtClean="0"/>
              <a:t>6</a:t>
            </a:fld>
            <a:endParaRPr lang="de-DE"/>
          </a:p>
        </p:txBody>
      </p:sp>
    </p:spTree>
    <p:extLst>
      <p:ext uri="{BB962C8B-B14F-4D97-AF65-F5344CB8AC3E}">
        <p14:creationId xmlns:p14="http://schemas.microsoft.com/office/powerpoint/2010/main" val="2372088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D7D211-4713-55AF-8F68-CB71154CA10D}"/>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CFA1AF4C-01A1-487E-0B71-8A225ACF0F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EDE4DF12-DF7A-9074-2214-2B20A52EF0AE}"/>
              </a:ext>
            </a:extLst>
          </p:cNvPr>
          <p:cNvSpPr>
            <a:spLocks noGrp="1"/>
          </p:cNvSpPr>
          <p:nvPr>
            <p:ph type="dt" sz="half" idx="10"/>
          </p:nvPr>
        </p:nvSpPr>
        <p:spPr/>
        <p:txBody>
          <a:bodyPr/>
          <a:lstStyle/>
          <a:p>
            <a:fld id="{C2C284A8-BF4F-4FE5-9CF7-935DB5E1FBFA}" type="datetimeFigureOut">
              <a:rPr lang="de-DE" smtClean="0"/>
              <a:t>06.11.2025</a:t>
            </a:fld>
            <a:endParaRPr lang="de-DE"/>
          </a:p>
        </p:txBody>
      </p:sp>
      <p:sp>
        <p:nvSpPr>
          <p:cNvPr id="5" name="Fußzeilenplatzhalter 4">
            <a:extLst>
              <a:ext uri="{FF2B5EF4-FFF2-40B4-BE49-F238E27FC236}">
                <a16:creationId xmlns:a16="http://schemas.microsoft.com/office/drawing/2014/main" id="{2888C1AB-3614-3A80-54E2-DB549A146B88}"/>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433F0EF-028D-0F53-AE56-18E18D0348CF}"/>
              </a:ext>
            </a:extLst>
          </p:cNvPr>
          <p:cNvSpPr>
            <a:spLocks noGrp="1"/>
          </p:cNvSpPr>
          <p:nvPr>
            <p:ph type="sldNum" sz="quarter" idx="12"/>
          </p:nvPr>
        </p:nvSpPr>
        <p:spPr/>
        <p:txBody>
          <a:bodyPr/>
          <a:lstStyle/>
          <a:p>
            <a:fld id="{7AF082D7-9473-4249-BC51-B4BBBD979A81}" type="slidenum">
              <a:rPr lang="de-DE" smtClean="0"/>
              <a:t>‹Nr.›</a:t>
            </a:fld>
            <a:endParaRPr lang="de-DE"/>
          </a:p>
        </p:txBody>
      </p:sp>
    </p:spTree>
    <p:extLst>
      <p:ext uri="{BB962C8B-B14F-4D97-AF65-F5344CB8AC3E}">
        <p14:creationId xmlns:p14="http://schemas.microsoft.com/office/powerpoint/2010/main" val="2259473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B0593A-1E46-1D8A-80D8-D8D615C3CA2C}"/>
              </a:ext>
            </a:extLst>
          </p:cNvPr>
          <p:cNvSpPr>
            <a:spLocks noGrp="1"/>
          </p:cNvSpPr>
          <p:nvPr>
            <p:ph type="title"/>
          </p:nvPr>
        </p:nvSpPr>
        <p:spPr/>
        <p:txBody>
          <a:bodyPr/>
          <a:lstStyle>
            <a:lvl1pPr>
              <a:defRPr b="1">
                <a:solidFill>
                  <a:srgbClr val="002060"/>
                </a:solidFill>
              </a:defRPr>
            </a:lvl1pPr>
          </a:lstStyle>
          <a:p>
            <a:r>
              <a:rPr lang="de-DE"/>
              <a:t>Mastertitelformat bearbeiten</a:t>
            </a:r>
          </a:p>
        </p:txBody>
      </p:sp>
      <p:sp>
        <p:nvSpPr>
          <p:cNvPr id="3" name="Inhaltsplatzhalter 2">
            <a:extLst>
              <a:ext uri="{FF2B5EF4-FFF2-40B4-BE49-F238E27FC236}">
                <a16:creationId xmlns:a16="http://schemas.microsoft.com/office/drawing/2014/main" id="{4B36544A-FD10-9583-4DC5-341AD9EEBCD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DEEFE55-A130-9C8E-C7B7-3AB34F57D86C}"/>
              </a:ext>
            </a:extLst>
          </p:cNvPr>
          <p:cNvSpPr>
            <a:spLocks noGrp="1"/>
          </p:cNvSpPr>
          <p:nvPr>
            <p:ph type="dt" sz="half" idx="10"/>
          </p:nvPr>
        </p:nvSpPr>
        <p:spPr/>
        <p:txBody>
          <a:bodyPr/>
          <a:lstStyle/>
          <a:p>
            <a:fld id="{C2C284A8-BF4F-4FE5-9CF7-935DB5E1FBFA}" type="datetimeFigureOut">
              <a:rPr lang="de-DE" smtClean="0"/>
              <a:t>06.11.2025</a:t>
            </a:fld>
            <a:endParaRPr lang="de-DE"/>
          </a:p>
        </p:txBody>
      </p:sp>
      <p:sp>
        <p:nvSpPr>
          <p:cNvPr id="5" name="Fußzeilenplatzhalter 4">
            <a:extLst>
              <a:ext uri="{FF2B5EF4-FFF2-40B4-BE49-F238E27FC236}">
                <a16:creationId xmlns:a16="http://schemas.microsoft.com/office/drawing/2014/main" id="{C4E6185F-6C2D-4A72-DDD2-D35D226BE28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6F5C9D2-23A0-6613-665D-1E3FAF6559DE}"/>
              </a:ext>
            </a:extLst>
          </p:cNvPr>
          <p:cNvSpPr>
            <a:spLocks noGrp="1"/>
          </p:cNvSpPr>
          <p:nvPr>
            <p:ph type="sldNum" sz="quarter" idx="12"/>
          </p:nvPr>
        </p:nvSpPr>
        <p:spPr/>
        <p:txBody>
          <a:bodyPr/>
          <a:lstStyle/>
          <a:p>
            <a:fld id="{7AF082D7-9473-4249-BC51-B4BBBD979A81}" type="slidenum">
              <a:rPr lang="de-DE" smtClean="0"/>
              <a:t>‹Nr.›</a:t>
            </a:fld>
            <a:endParaRPr lang="de-DE"/>
          </a:p>
        </p:txBody>
      </p:sp>
    </p:spTree>
    <p:extLst>
      <p:ext uri="{BB962C8B-B14F-4D97-AF65-F5344CB8AC3E}">
        <p14:creationId xmlns:p14="http://schemas.microsoft.com/office/powerpoint/2010/main" val="2044998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85A0E0-8C3E-80EB-9235-A701E3335525}"/>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5A1B535E-82D8-D9FB-F29C-699A4B2666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58C103B5-8E59-362F-3AD9-11925C4C94D2}"/>
              </a:ext>
            </a:extLst>
          </p:cNvPr>
          <p:cNvSpPr>
            <a:spLocks noGrp="1"/>
          </p:cNvSpPr>
          <p:nvPr>
            <p:ph type="dt" sz="half" idx="10"/>
          </p:nvPr>
        </p:nvSpPr>
        <p:spPr/>
        <p:txBody>
          <a:bodyPr/>
          <a:lstStyle/>
          <a:p>
            <a:fld id="{C2C284A8-BF4F-4FE5-9CF7-935DB5E1FBFA}" type="datetimeFigureOut">
              <a:rPr lang="de-DE" smtClean="0"/>
              <a:t>06.11.2025</a:t>
            </a:fld>
            <a:endParaRPr lang="de-DE"/>
          </a:p>
        </p:txBody>
      </p:sp>
      <p:sp>
        <p:nvSpPr>
          <p:cNvPr id="5" name="Fußzeilenplatzhalter 4">
            <a:extLst>
              <a:ext uri="{FF2B5EF4-FFF2-40B4-BE49-F238E27FC236}">
                <a16:creationId xmlns:a16="http://schemas.microsoft.com/office/drawing/2014/main" id="{38DFBB76-56A8-D760-4289-DA65B2836DDB}"/>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D3F5AD8-1010-A832-58A0-4FC1C1546FFD}"/>
              </a:ext>
            </a:extLst>
          </p:cNvPr>
          <p:cNvSpPr>
            <a:spLocks noGrp="1"/>
          </p:cNvSpPr>
          <p:nvPr>
            <p:ph type="sldNum" sz="quarter" idx="12"/>
          </p:nvPr>
        </p:nvSpPr>
        <p:spPr/>
        <p:txBody>
          <a:bodyPr/>
          <a:lstStyle/>
          <a:p>
            <a:fld id="{7AF082D7-9473-4249-BC51-B4BBBD979A81}" type="slidenum">
              <a:rPr lang="de-DE" smtClean="0"/>
              <a:t>‹Nr.›</a:t>
            </a:fld>
            <a:endParaRPr lang="de-DE"/>
          </a:p>
        </p:txBody>
      </p:sp>
    </p:spTree>
    <p:extLst>
      <p:ext uri="{BB962C8B-B14F-4D97-AF65-F5344CB8AC3E}">
        <p14:creationId xmlns:p14="http://schemas.microsoft.com/office/powerpoint/2010/main" val="908274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5F9206-373C-0BE3-A396-92B23CB03D31}"/>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C333A523-F4A1-E9A8-7706-2F6A4DA33B28}"/>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16E97F6D-9D26-8833-997F-FB257C7A4D97}"/>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2152239C-8F12-A484-1C1E-DFDA4BF55D10}"/>
              </a:ext>
            </a:extLst>
          </p:cNvPr>
          <p:cNvSpPr>
            <a:spLocks noGrp="1"/>
          </p:cNvSpPr>
          <p:nvPr>
            <p:ph type="dt" sz="half" idx="10"/>
          </p:nvPr>
        </p:nvSpPr>
        <p:spPr/>
        <p:txBody>
          <a:bodyPr/>
          <a:lstStyle/>
          <a:p>
            <a:fld id="{C2C284A8-BF4F-4FE5-9CF7-935DB5E1FBFA}" type="datetimeFigureOut">
              <a:rPr lang="de-DE" smtClean="0"/>
              <a:t>06.11.2025</a:t>
            </a:fld>
            <a:endParaRPr lang="de-DE"/>
          </a:p>
        </p:txBody>
      </p:sp>
      <p:sp>
        <p:nvSpPr>
          <p:cNvPr id="6" name="Fußzeilenplatzhalter 5">
            <a:extLst>
              <a:ext uri="{FF2B5EF4-FFF2-40B4-BE49-F238E27FC236}">
                <a16:creationId xmlns:a16="http://schemas.microsoft.com/office/drawing/2014/main" id="{A0A08CB6-9E95-2861-03C1-B5DA78BFF51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957D917F-7FC7-1E50-EBB8-1A2ECB905251}"/>
              </a:ext>
            </a:extLst>
          </p:cNvPr>
          <p:cNvSpPr>
            <a:spLocks noGrp="1"/>
          </p:cNvSpPr>
          <p:nvPr>
            <p:ph type="sldNum" sz="quarter" idx="12"/>
          </p:nvPr>
        </p:nvSpPr>
        <p:spPr/>
        <p:txBody>
          <a:bodyPr/>
          <a:lstStyle/>
          <a:p>
            <a:fld id="{7AF082D7-9473-4249-BC51-B4BBBD979A81}" type="slidenum">
              <a:rPr lang="de-DE" smtClean="0"/>
              <a:t>‹Nr.›</a:t>
            </a:fld>
            <a:endParaRPr lang="de-DE"/>
          </a:p>
        </p:txBody>
      </p:sp>
    </p:spTree>
    <p:extLst>
      <p:ext uri="{BB962C8B-B14F-4D97-AF65-F5344CB8AC3E}">
        <p14:creationId xmlns:p14="http://schemas.microsoft.com/office/powerpoint/2010/main" val="1002816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C8154D-67C3-0E2C-1E1E-FCB9A61B8CA4}"/>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FD57F314-60EE-4C54-083D-E72225657D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2D1FD646-2D05-097C-38F9-B0FDEF245175}"/>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D5BDFABE-6777-5760-ED2B-BAFA043B22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265B7973-2011-DFD6-4619-93DCE50C8B86}"/>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AD196D2F-C06A-464B-11D3-8947B6C173CF}"/>
              </a:ext>
            </a:extLst>
          </p:cNvPr>
          <p:cNvSpPr>
            <a:spLocks noGrp="1"/>
          </p:cNvSpPr>
          <p:nvPr>
            <p:ph type="dt" sz="half" idx="10"/>
          </p:nvPr>
        </p:nvSpPr>
        <p:spPr/>
        <p:txBody>
          <a:bodyPr/>
          <a:lstStyle/>
          <a:p>
            <a:fld id="{C2C284A8-BF4F-4FE5-9CF7-935DB5E1FBFA}" type="datetimeFigureOut">
              <a:rPr lang="de-DE" smtClean="0"/>
              <a:t>06.11.2025</a:t>
            </a:fld>
            <a:endParaRPr lang="de-DE"/>
          </a:p>
        </p:txBody>
      </p:sp>
      <p:sp>
        <p:nvSpPr>
          <p:cNvPr id="8" name="Fußzeilenplatzhalter 7">
            <a:extLst>
              <a:ext uri="{FF2B5EF4-FFF2-40B4-BE49-F238E27FC236}">
                <a16:creationId xmlns:a16="http://schemas.microsoft.com/office/drawing/2014/main" id="{7D21933F-572E-ECF6-4589-A64D9284BAFD}"/>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81F7B54C-D22B-3243-7A0D-9C88A6CC5FA6}"/>
              </a:ext>
            </a:extLst>
          </p:cNvPr>
          <p:cNvSpPr>
            <a:spLocks noGrp="1"/>
          </p:cNvSpPr>
          <p:nvPr>
            <p:ph type="sldNum" sz="quarter" idx="12"/>
          </p:nvPr>
        </p:nvSpPr>
        <p:spPr/>
        <p:txBody>
          <a:bodyPr/>
          <a:lstStyle/>
          <a:p>
            <a:fld id="{7AF082D7-9473-4249-BC51-B4BBBD979A81}" type="slidenum">
              <a:rPr lang="de-DE" smtClean="0"/>
              <a:t>‹Nr.›</a:t>
            </a:fld>
            <a:endParaRPr lang="de-DE"/>
          </a:p>
        </p:txBody>
      </p:sp>
    </p:spTree>
    <p:extLst>
      <p:ext uri="{BB962C8B-B14F-4D97-AF65-F5344CB8AC3E}">
        <p14:creationId xmlns:p14="http://schemas.microsoft.com/office/powerpoint/2010/main" val="2731643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8801E5-061D-0C86-01AD-639FFC4F8286}"/>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D37C5E95-21C4-ADA4-D77F-C7B88C25078C}"/>
              </a:ext>
            </a:extLst>
          </p:cNvPr>
          <p:cNvSpPr>
            <a:spLocks noGrp="1"/>
          </p:cNvSpPr>
          <p:nvPr>
            <p:ph type="dt" sz="half" idx="10"/>
          </p:nvPr>
        </p:nvSpPr>
        <p:spPr/>
        <p:txBody>
          <a:bodyPr/>
          <a:lstStyle/>
          <a:p>
            <a:fld id="{C2C284A8-BF4F-4FE5-9CF7-935DB5E1FBFA}" type="datetimeFigureOut">
              <a:rPr lang="de-DE" smtClean="0"/>
              <a:t>06.11.2025</a:t>
            </a:fld>
            <a:endParaRPr lang="de-DE"/>
          </a:p>
        </p:txBody>
      </p:sp>
      <p:sp>
        <p:nvSpPr>
          <p:cNvPr id="4" name="Fußzeilenplatzhalter 3">
            <a:extLst>
              <a:ext uri="{FF2B5EF4-FFF2-40B4-BE49-F238E27FC236}">
                <a16:creationId xmlns:a16="http://schemas.microsoft.com/office/drawing/2014/main" id="{74454F02-44B8-BA42-B528-7249494F5461}"/>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708BBA8A-A20C-2910-EA73-060A834FE5A6}"/>
              </a:ext>
            </a:extLst>
          </p:cNvPr>
          <p:cNvSpPr>
            <a:spLocks noGrp="1"/>
          </p:cNvSpPr>
          <p:nvPr>
            <p:ph type="sldNum" sz="quarter" idx="12"/>
          </p:nvPr>
        </p:nvSpPr>
        <p:spPr/>
        <p:txBody>
          <a:bodyPr/>
          <a:lstStyle/>
          <a:p>
            <a:fld id="{7AF082D7-9473-4249-BC51-B4BBBD979A81}" type="slidenum">
              <a:rPr lang="de-DE" smtClean="0"/>
              <a:t>‹Nr.›</a:t>
            </a:fld>
            <a:endParaRPr lang="de-DE"/>
          </a:p>
        </p:txBody>
      </p:sp>
    </p:spTree>
    <p:extLst>
      <p:ext uri="{BB962C8B-B14F-4D97-AF65-F5344CB8AC3E}">
        <p14:creationId xmlns:p14="http://schemas.microsoft.com/office/powerpoint/2010/main" val="1637941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0E5BE85-FEF6-1BCE-1138-D7ABE4A61B74}"/>
              </a:ext>
            </a:extLst>
          </p:cNvPr>
          <p:cNvSpPr>
            <a:spLocks noGrp="1"/>
          </p:cNvSpPr>
          <p:nvPr>
            <p:ph type="dt" sz="half" idx="10"/>
          </p:nvPr>
        </p:nvSpPr>
        <p:spPr/>
        <p:txBody>
          <a:bodyPr/>
          <a:lstStyle/>
          <a:p>
            <a:fld id="{C2C284A8-BF4F-4FE5-9CF7-935DB5E1FBFA}" type="datetimeFigureOut">
              <a:rPr lang="de-DE" smtClean="0"/>
              <a:t>06.11.2025</a:t>
            </a:fld>
            <a:endParaRPr lang="de-DE"/>
          </a:p>
        </p:txBody>
      </p:sp>
      <p:sp>
        <p:nvSpPr>
          <p:cNvPr id="3" name="Fußzeilenplatzhalter 2">
            <a:extLst>
              <a:ext uri="{FF2B5EF4-FFF2-40B4-BE49-F238E27FC236}">
                <a16:creationId xmlns:a16="http://schemas.microsoft.com/office/drawing/2014/main" id="{FE1B18D1-B2C5-24BF-260A-89A0C9407C36}"/>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CB07FAF1-612A-F1D6-9013-88E4B243EC52}"/>
              </a:ext>
            </a:extLst>
          </p:cNvPr>
          <p:cNvSpPr>
            <a:spLocks noGrp="1"/>
          </p:cNvSpPr>
          <p:nvPr>
            <p:ph type="sldNum" sz="quarter" idx="12"/>
          </p:nvPr>
        </p:nvSpPr>
        <p:spPr/>
        <p:txBody>
          <a:bodyPr/>
          <a:lstStyle/>
          <a:p>
            <a:fld id="{7AF082D7-9473-4249-BC51-B4BBBD979A81}" type="slidenum">
              <a:rPr lang="de-DE" smtClean="0"/>
              <a:t>‹Nr.›</a:t>
            </a:fld>
            <a:endParaRPr lang="de-DE"/>
          </a:p>
        </p:txBody>
      </p:sp>
    </p:spTree>
    <p:extLst>
      <p:ext uri="{BB962C8B-B14F-4D97-AF65-F5344CB8AC3E}">
        <p14:creationId xmlns:p14="http://schemas.microsoft.com/office/powerpoint/2010/main" val="1228638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060CA9-5845-321F-7D85-F0FC9562E9B2}"/>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33546DF2-1024-CBE5-340A-EF1AE6F908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0161C594-41EF-5DAC-B587-1E087A2D9D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EC131B3-3E79-15FA-4E42-274E1BFA1955}"/>
              </a:ext>
            </a:extLst>
          </p:cNvPr>
          <p:cNvSpPr>
            <a:spLocks noGrp="1"/>
          </p:cNvSpPr>
          <p:nvPr>
            <p:ph type="dt" sz="half" idx="10"/>
          </p:nvPr>
        </p:nvSpPr>
        <p:spPr/>
        <p:txBody>
          <a:bodyPr/>
          <a:lstStyle/>
          <a:p>
            <a:fld id="{C2C284A8-BF4F-4FE5-9CF7-935DB5E1FBFA}" type="datetimeFigureOut">
              <a:rPr lang="de-DE" smtClean="0"/>
              <a:t>06.11.2025</a:t>
            </a:fld>
            <a:endParaRPr lang="de-DE"/>
          </a:p>
        </p:txBody>
      </p:sp>
      <p:sp>
        <p:nvSpPr>
          <p:cNvPr id="6" name="Fußzeilenplatzhalter 5">
            <a:extLst>
              <a:ext uri="{FF2B5EF4-FFF2-40B4-BE49-F238E27FC236}">
                <a16:creationId xmlns:a16="http://schemas.microsoft.com/office/drawing/2014/main" id="{6D44FD72-A607-5A04-4ABD-4F982C5E567E}"/>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52C70B21-2CD3-005A-87D0-37A9CC7FBE7D}"/>
              </a:ext>
            </a:extLst>
          </p:cNvPr>
          <p:cNvSpPr>
            <a:spLocks noGrp="1"/>
          </p:cNvSpPr>
          <p:nvPr>
            <p:ph type="sldNum" sz="quarter" idx="12"/>
          </p:nvPr>
        </p:nvSpPr>
        <p:spPr/>
        <p:txBody>
          <a:bodyPr/>
          <a:lstStyle/>
          <a:p>
            <a:fld id="{7AF082D7-9473-4249-BC51-B4BBBD979A81}" type="slidenum">
              <a:rPr lang="de-DE" smtClean="0"/>
              <a:t>‹Nr.›</a:t>
            </a:fld>
            <a:endParaRPr lang="de-DE"/>
          </a:p>
        </p:txBody>
      </p:sp>
    </p:spTree>
    <p:extLst>
      <p:ext uri="{BB962C8B-B14F-4D97-AF65-F5344CB8AC3E}">
        <p14:creationId xmlns:p14="http://schemas.microsoft.com/office/powerpoint/2010/main" val="245335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8AF3AD-0217-5173-14EB-FFF035E5C308}"/>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D2EE282B-35E7-85AC-FA60-CF21AF254F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E59B491-8064-124B-8811-86068CA42B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A83D7EF3-730C-1EAD-7988-1A62BA912BA0}"/>
              </a:ext>
            </a:extLst>
          </p:cNvPr>
          <p:cNvSpPr>
            <a:spLocks noGrp="1"/>
          </p:cNvSpPr>
          <p:nvPr>
            <p:ph type="dt" sz="half" idx="10"/>
          </p:nvPr>
        </p:nvSpPr>
        <p:spPr/>
        <p:txBody>
          <a:bodyPr/>
          <a:lstStyle/>
          <a:p>
            <a:fld id="{C2C284A8-BF4F-4FE5-9CF7-935DB5E1FBFA}" type="datetimeFigureOut">
              <a:rPr lang="de-DE" smtClean="0"/>
              <a:t>06.11.2025</a:t>
            </a:fld>
            <a:endParaRPr lang="de-DE"/>
          </a:p>
        </p:txBody>
      </p:sp>
      <p:sp>
        <p:nvSpPr>
          <p:cNvPr id="6" name="Fußzeilenplatzhalter 5">
            <a:extLst>
              <a:ext uri="{FF2B5EF4-FFF2-40B4-BE49-F238E27FC236}">
                <a16:creationId xmlns:a16="http://schemas.microsoft.com/office/drawing/2014/main" id="{F1419102-D1F8-0597-F085-052E836CDA9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E7802F2D-9052-69C6-FED3-62229EB9CF81}"/>
              </a:ext>
            </a:extLst>
          </p:cNvPr>
          <p:cNvSpPr>
            <a:spLocks noGrp="1"/>
          </p:cNvSpPr>
          <p:nvPr>
            <p:ph type="sldNum" sz="quarter" idx="12"/>
          </p:nvPr>
        </p:nvSpPr>
        <p:spPr/>
        <p:txBody>
          <a:bodyPr/>
          <a:lstStyle/>
          <a:p>
            <a:fld id="{7AF082D7-9473-4249-BC51-B4BBBD979A81}" type="slidenum">
              <a:rPr lang="de-DE" smtClean="0"/>
              <a:t>‹Nr.›</a:t>
            </a:fld>
            <a:endParaRPr lang="de-DE"/>
          </a:p>
        </p:txBody>
      </p:sp>
    </p:spTree>
    <p:extLst>
      <p:ext uri="{BB962C8B-B14F-4D97-AF65-F5344CB8AC3E}">
        <p14:creationId xmlns:p14="http://schemas.microsoft.com/office/powerpoint/2010/main" val="3861529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F1F6BC3-1B26-77C2-8141-0369FF84D6C6}"/>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5479B69E-1928-4E4F-98A2-CB74A8DEC9FD}"/>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E3696EB-3892-579C-DD48-077411C17D27}"/>
              </a:ext>
            </a:extLst>
          </p:cNvPr>
          <p:cNvSpPr>
            <a:spLocks noGrp="1"/>
          </p:cNvSpPr>
          <p:nvPr>
            <p:ph type="dt" sz="half" idx="10"/>
          </p:nvPr>
        </p:nvSpPr>
        <p:spPr/>
        <p:txBody>
          <a:bodyPr/>
          <a:lstStyle/>
          <a:p>
            <a:fld id="{C2C284A8-BF4F-4FE5-9CF7-935DB5E1FBFA}" type="datetimeFigureOut">
              <a:rPr lang="de-DE" smtClean="0"/>
              <a:t>06.11.2025</a:t>
            </a:fld>
            <a:endParaRPr lang="de-DE"/>
          </a:p>
        </p:txBody>
      </p:sp>
      <p:sp>
        <p:nvSpPr>
          <p:cNvPr id="5" name="Fußzeilenplatzhalter 4">
            <a:extLst>
              <a:ext uri="{FF2B5EF4-FFF2-40B4-BE49-F238E27FC236}">
                <a16:creationId xmlns:a16="http://schemas.microsoft.com/office/drawing/2014/main" id="{B9F7329F-A2FB-BB25-333E-31A83C65C04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24EC5EF-60BB-F27C-F65A-387214F66526}"/>
              </a:ext>
            </a:extLst>
          </p:cNvPr>
          <p:cNvSpPr>
            <a:spLocks noGrp="1"/>
          </p:cNvSpPr>
          <p:nvPr>
            <p:ph type="sldNum" sz="quarter" idx="12"/>
          </p:nvPr>
        </p:nvSpPr>
        <p:spPr/>
        <p:txBody>
          <a:bodyPr/>
          <a:lstStyle/>
          <a:p>
            <a:fld id="{7AF082D7-9473-4249-BC51-B4BBBD979A81}" type="slidenum">
              <a:rPr lang="de-DE" smtClean="0"/>
              <a:t>‹Nr.›</a:t>
            </a:fld>
            <a:endParaRPr lang="de-DE"/>
          </a:p>
        </p:txBody>
      </p:sp>
    </p:spTree>
    <p:extLst>
      <p:ext uri="{BB962C8B-B14F-4D97-AF65-F5344CB8AC3E}">
        <p14:creationId xmlns:p14="http://schemas.microsoft.com/office/powerpoint/2010/main" val="1962901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E6D4D70D-B45B-1B49-AD71-03B27CF8FA5C}"/>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C84DE1BA-771A-EDD6-4E61-67C61D7204AE}"/>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16A3393-5FBD-2E71-91D4-50BFCCCA37A9}"/>
              </a:ext>
            </a:extLst>
          </p:cNvPr>
          <p:cNvSpPr>
            <a:spLocks noGrp="1"/>
          </p:cNvSpPr>
          <p:nvPr>
            <p:ph type="dt" sz="half" idx="10"/>
          </p:nvPr>
        </p:nvSpPr>
        <p:spPr/>
        <p:txBody>
          <a:bodyPr/>
          <a:lstStyle/>
          <a:p>
            <a:fld id="{C2C284A8-BF4F-4FE5-9CF7-935DB5E1FBFA}" type="datetimeFigureOut">
              <a:rPr lang="de-DE" smtClean="0"/>
              <a:t>06.11.2025</a:t>
            </a:fld>
            <a:endParaRPr lang="de-DE"/>
          </a:p>
        </p:txBody>
      </p:sp>
      <p:sp>
        <p:nvSpPr>
          <p:cNvPr id="5" name="Fußzeilenplatzhalter 4">
            <a:extLst>
              <a:ext uri="{FF2B5EF4-FFF2-40B4-BE49-F238E27FC236}">
                <a16:creationId xmlns:a16="http://schemas.microsoft.com/office/drawing/2014/main" id="{BE3620AD-5C7D-4F7E-6CFB-CAEA16EEF2D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FAF9B3B-3459-6AB3-BCA8-F45CDDBC49DC}"/>
              </a:ext>
            </a:extLst>
          </p:cNvPr>
          <p:cNvSpPr>
            <a:spLocks noGrp="1"/>
          </p:cNvSpPr>
          <p:nvPr>
            <p:ph type="sldNum" sz="quarter" idx="12"/>
          </p:nvPr>
        </p:nvSpPr>
        <p:spPr/>
        <p:txBody>
          <a:bodyPr/>
          <a:lstStyle/>
          <a:p>
            <a:fld id="{7AF082D7-9473-4249-BC51-B4BBBD979A81}" type="slidenum">
              <a:rPr lang="de-DE" smtClean="0"/>
              <a:t>‹Nr.›</a:t>
            </a:fld>
            <a:endParaRPr lang="de-DE"/>
          </a:p>
        </p:txBody>
      </p:sp>
    </p:spTree>
    <p:extLst>
      <p:ext uri="{BB962C8B-B14F-4D97-AF65-F5344CB8AC3E}">
        <p14:creationId xmlns:p14="http://schemas.microsoft.com/office/powerpoint/2010/main" val="2355625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C540EB9-C07E-D434-5BD8-88FE4B98CA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E8DC8631-AFD8-79DD-1DC2-EEEE9E055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135ADE6-9D16-2766-9D5C-211A2B2B46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C284A8-BF4F-4FE5-9CF7-935DB5E1FBFA}" type="datetimeFigureOut">
              <a:rPr lang="de-DE" smtClean="0"/>
              <a:t>06.11.2025</a:t>
            </a:fld>
            <a:endParaRPr lang="de-DE"/>
          </a:p>
        </p:txBody>
      </p:sp>
      <p:sp>
        <p:nvSpPr>
          <p:cNvPr id="5" name="Fußzeilenplatzhalter 4">
            <a:extLst>
              <a:ext uri="{FF2B5EF4-FFF2-40B4-BE49-F238E27FC236}">
                <a16:creationId xmlns:a16="http://schemas.microsoft.com/office/drawing/2014/main" id="{BE8ADB8D-4A28-5338-C7B8-F9E20C34A7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8EACDE1D-E7E2-1FDD-4301-ED2E32CC81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F082D7-9473-4249-BC51-B4BBBD979A81}" type="slidenum">
              <a:rPr lang="de-DE" smtClean="0"/>
              <a:t>‹Nr.›</a:t>
            </a:fld>
            <a:endParaRPr lang="de-DE"/>
          </a:p>
        </p:txBody>
      </p:sp>
    </p:spTree>
    <p:extLst>
      <p:ext uri="{BB962C8B-B14F-4D97-AF65-F5344CB8AC3E}">
        <p14:creationId xmlns:p14="http://schemas.microsoft.com/office/powerpoint/2010/main" val="3996411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www.autodesk.com/de/products/fusion-360" TargetMode="External"/><Relationship Id="rId3" Type="http://schemas.openxmlformats.org/officeDocument/2006/relationships/hyperlink" Target="https://www.prusa3d.com/de/" TargetMode="External"/><Relationship Id="rId7" Type="http://schemas.openxmlformats.org/officeDocument/2006/relationships/hyperlink" Target="https://makerworld.com/en" TargetMode="External"/><Relationship Id="rId2" Type="http://schemas.openxmlformats.org/officeDocument/2006/relationships/hyperlink" Target="https://bambulab.com/de" TargetMode="External"/><Relationship Id="rId1" Type="http://schemas.openxmlformats.org/officeDocument/2006/relationships/slideLayout" Target="../slideLayouts/slideLayout2.xml"/><Relationship Id="rId6" Type="http://schemas.openxmlformats.org/officeDocument/2006/relationships/hyperlink" Target="https://www.printables.com/de" TargetMode="External"/><Relationship Id="rId11" Type="http://schemas.openxmlformats.org/officeDocument/2006/relationships/hyperlink" Target="https://www.onshape.com/de/" TargetMode="External"/><Relationship Id="rId5" Type="http://schemas.openxmlformats.org/officeDocument/2006/relationships/hyperlink" Target="https://cults3d.com/de" TargetMode="External"/><Relationship Id="rId10" Type="http://schemas.openxmlformats.org/officeDocument/2006/relationships/hyperlink" Target="https://www.tinkercad.com/" TargetMode="External"/><Relationship Id="rId4" Type="http://schemas.openxmlformats.org/officeDocument/2006/relationships/hyperlink" Target="https://www.thingiverse.com/" TargetMode="External"/><Relationship Id="rId9" Type="http://schemas.openxmlformats.org/officeDocument/2006/relationships/hyperlink" Target="https://www.freecad.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fik 5">
            <a:extLst>
              <a:ext uri="{FF2B5EF4-FFF2-40B4-BE49-F238E27FC236}">
                <a16:creationId xmlns:a16="http://schemas.microsoft.com/office/drawing/2014/main" id="{1A667E1F-466D-AC80-A18E-E599B9DF0236}"/>
              </a:ext>
            </a:extLst>
          </p:cNvPr>
          <p:cNvPicPr>
            <a:picLocks noChangeAspect="1"/>
          </p:cNvPicPr>
          <p:nvPr/>
        </p:nvPicPr>
        <p:blipFill rotWithShape="1">
          <a:blip r:embed="rId2"/>
          <a:srcRect l="964" t="379" r="-964" b="18665"/>
          <a:stretch/>
        </p:blipFill>
        <p:spPr>
          <a:xfrm>
            <a:off x="168444" y="-144780"/>
            <a:ext cx="11852062" cy="7147560"/>
          </a:xfrm>
          <a:prstGeom prst="rect">
            <a:avLst/>
          </a:prstGeom>
        </p:spPr>
      </p:pic>
      <p:sp>
        <p:nvSpPr>
          <p:cNvPr id="22" name="Rectangle 21">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BA40F91F-FA6F-9F1A-AD25-D1859EE69111}"/>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de-DE" sz="11500" b="1" dirty="0">
                <a:solidFill>
                  <a:srgbClr val="FFFFFF"/>
                </a:solidFill>
              </a:rPr>
              <a:t>3D-Druck</a:t>
            </a:r>
          </a:p>
        </p:txBody>
      </p:sp>
      <p:sp>
        <p:nvSpPr>
          <p:cNvPr id="3" name="Untertitel 2">
            <a:extLst>
              <a:ext uri="{FF2B5EF4-FFF2-40B4-BE49-F238E27FC236}">
                <a16:creationId xmlns:a16="http://schemas.microsoft.com/office/drawing/2014/main" id="{FABBD207-2121-09BB-5573-F16B96884F36}"/>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de-DE" dirty="0">
                <a:solidFill>
                  <a:srgbClr val="FFFFFF"/>
                </a:solidFill>
              </a:rPr>
              <a:t>Lernfeld 2 (IT-Systeme) f. Fachinformatiker</a:t>
            </a:r>
          </a:p>
        </p:txBody>
      </p:sp>
    </p:spTree>
    <p:extLst>
      <p:ext uri="{BB962C8B-B14F-4D97-AF65-F5344CB8AC3E}">
        <p14:creationId xmlns:p14="http://schemas.microsoft.com/office/powerpoint/2010/main" val="3535811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718077-598D-BDC7-D560-F89F21614899}"/>
              </a:ext>
            </a:extLst>
          </p:cNvPr>
          <p:cNvSpPr>
            <a:spLocks noGrp="1"/>
          </p:cNvSpPr>
          <p:nvPr>
            <p:ph type="title"/>
          </p:nvPr>
        </p:nvSpPr>
        <p:spPr>
          <a:xfrm>
            <a:off x="79513" y="148232"/>
            <a:ext cx="12112487" cy="1325563"/>
          </a:xfrm>
        </p:spPr>
        <p:txBody>
          <a:bodyPr>
            <a:normAutofit/>
          </a:bodyPr>
          <a:lstStyle/>
          <a:p>
            <a:r>
              <a:rPr lang="de-DE" sz="4000" dirty="0"/>
              <a:t>Was wird heute schon mit 3D Druckern produziert?</a:t>
            </a:r>
          </a:p>
        </p:txBody>
      </p:sp>
      <p:sp>
        <p:nvSpPr>
          <p:cNvPr id="3" name="Inhaltsplatzhalter 2">
            <a:extLst>
              <a:ext uri="{FF2B5EF4-FFF2-40B4-BE49-F238E27FC236}">
                <a16:creationId xmlns:a16="http://schemas.microsoft.com/office/drawing/2014/main" id="{9A14334B-0182-63DA-5252-FC03CDC824A9}"/>
              </a:ext>
            </a:extLst>
          </p:cNvPr>
          <p:cNvSpPr>
            <a:spLocks noGrp="1"/>
          </p:cNvSpPr>
          <p:nvPr>
            <p:ph idx="1"/>
          </p:nvPr>
        </p:nvSpPr>
        <p:spPr>
          <a:xfrm>
            <a:off x="304801" y="1514109"/>
            <a:ext cx="6371720" cy="5325511"/>
          </a:xfrm>
        </p:spPr>
        <p:txBody>
          <a:bodyPr>
            <a:normAutofit fontScale="92500" lnSpcReduction="20000"/>
          </a:bodyPr>
          <a:lstStyle/>
          <a:p>
            <a:r>
              <a:rPr lang="de-DE" dirty="0"/>
              <a:t>Baustoff-Drucker</a:t>
            </a:r>
          </a:p>
          <a:p>
            <a:pPr lvl="1"/>
            <a:r>
              <a:rPr lang="de-DE" dirty="0">
                <a:sym typeface="Wingdings" panose="05000000000000000000" pitchFamily="2" charset="2"/>
              </a:rPr>
              <a:t>Gebäude/ -Teile und andere Bauwerke</a:t>
            </a:r>
          </a:p>
          <a:p>
            <a:pPr lvl="1"/>
            <a:r>
              <a:rPr lang="de-DE" dirty="0">
                <a:sym typeface="Wingdings" panose="05000000000000000000" pitchFamily="2" charset="2"/>
              </a:rPr>
              <a:t>Kleine und große Architekturmodelle</a:t>
            </a:r>
          </a:p>
          <a:p>
            <a:r>
              <a:rPr lang="de-DE" dirty="0">
                <a:sym typeface="Wingdings" panose="05000000000000000000" pitchFamily="2" charset="2"/>
              </a:rPr>
              <a:t>Metall- und Keramikdrucker</a:t>
            </a:r>
          </a:p>
          <a:p>
            <a:pPr lvl="1"/>
            <a:r>
              <a:rPr lang="de-DE" dirty="0">
                <a:sym typeface="Wingdings" panose="05000000000000000000" pitchFamily="2" charset="2"/>
              </a:rPr>
              <a:t>Flugzeug- / Autoteile</a:t>
            </a:r>
          </a:p>
          <a:p>
            <a:pPr lvl="1"/>
            <a:r>
              <a:rPr lang="de-DE" dirty="0">
                <a:sym typeface="Wingdings" panose="05000000000000000000" pitchFamily="2" charset="2"/>
              </a:rPr>
              <a:t>Forschung und Entwicklung</a:t>
            </a:r>
          </a:p>
          <a:p>
            <a:pPr lvl="1"/>
            <a:r>
              <a:rPr lang="de-DE" dirty="0">
                <a:sym typeface="Wingdings" panose="05000000000000000000" pitchFamily="2" charset="2"/>
              </a:rPr>
              <a:t>Medizinische Geräte</a:t>
            </a:r>
          </a:p>
          <a:p>
            <a:pPr lvl="1"/>
            <a:r>
              <a:rPr lang="de-DE" dirty="0">
                <a:sym typeface="Wingdings" panose="05000000000000000000" pitchFamily="2" charset="2"/>
              </a:rPr>
              <a:t>Prothesen</a:t>
            </a:r>
          </a:p>
          <a:p>
            <a:pPr lvl="1"/>
            <a:r>
              <a:rPr lang="de-DE" dirty="0">
                <a:sym typeface="Wingdings" panose="05000000000000000000" pitchFamily="2" charset="2"/>
              </a:rPr>
              <a:t>Zahnersatz</a:t>
            </a:r>
          </a:p>
          <a:p>
            <a:r>
              <a:rPr lang="de-DE" dirty="0">
                <a:sym typeface="Wingdings" panose="05000000000000000000" pitchFamily="2" charset="2"/>
              </a:rPr>
              <a:t>Lebensmittel</a:t>
            </a:r>
          </a:p>
          <a:p>
            <a:pPr lvl="1"/>
            <a:r>
              <a:rPr lang="de-DE" dirty="0">
                <a:sym typeface="Wingdings" panose="05000000000000000000" pitchFamily="2" charset="2"/>
              </a:rPr>
              <a:t>Fleisch und Fleischersatzprodukte</a:t>
            </a:r>
          </a:p>
          <a:p>
            <a:pPr lvl="1"/>
            <a:r>
              <a:rPr lang="de-DE" dirty="0">
                <a:sym typeface="Wingdings" panose="05000000000000000000" pitchFamily="2" charset="2"/>
              </a:rPr>
              <a:t>Weiche Lebensmittel</a:t>
            </a:r>
          </a:p>
          <a:p>
            <a:r>
              <a:rPr lang="de-DE" dirty="0">
                <a:sym typeface="Wingdings" panose="05000000000000000000" pitchFamily="2" charset="2"/>
              </a:rPr>
              <a:t>Polymerdrucker</a:t>
            </a:r>
          </a:p>
          <a:p>
            <a:pPr lvl="1"/>
            <a:r>
              <a:rPr lang="de-DE" dirty="0">
                <a:sym typeface="Wingdings" panose="05000000000000000000" pitchFamily="2" charset="2"/>
              </a:rPr>
              <a:t>Schichtweiser Filament-Druck (FDM)</a:t>
            </a:r>
          </a:p>
          <a:p>
            <a:pPr lvl="1"/>
            <a:r>
              <a:rPr lang="de-DE">
                <a:sym typeface="Wingdings" panose="05000000000000000000" pitchFamily="2" charset="2"/>
              </a:rPr>
              <a:t>Kunstharzdruck/Stereolithografie (SLA)</a:t>
            </a:r>
            <a:endParaRPr lang="de-DE" dirty="0">
              <a:sym typeface="Wingdings" panose="05000000000000000000" pitchFamily="2" charset="2"/>
            </a:endParaRPr>
          </a:p>
          <a:p>
            <a:pPr lvl="1"/>
            <a:endParaRPr lang="de-DE" dirty="0">
              <a:sym typeface="Wingdings" panose="05000000000000000000" pitchFamily="2" charset="2"/>
            </a:endParaRPr>
          </a:p>
          <a:p>
            <a:endParaRPr lang="de-DE" dirty="0"/>
          </a:p>
        </p:txBody>
      </p:sp>
      <p:pic>
        <p:nvPicPr>
          <p:cNvPr id="1026" name="Picture 2" descr="undefined">
            <a:extLst>
              <a:ext uri="{FF2B5EF4-FFF2-40B4-BE49-F238E27FC236}">
                <a16:creationId xmlns:a16="http://schemas.microsoft.com/office/drawing/2014/main" id="{39659264-A5DA-11FE-2E7B-108C6C26AE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82909" y="1514109"/>
            <a:ext cx="1773275" cy="280792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DDA6480-C60F-81B9-C31E-5F0611DE23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124" y="3895725"/>
            <a:ext cx="1619250" cy="24288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as Bild zeigt ein Modell eines menschlichen Kopfes. Der Schädel ist nach oben offen, hat einen Halsansatz bis zu den Schultern aus Kunststoff. Darin sind Details, wie Gefäße, die Augäpfel, das Gehirn, die Wirbelsäule und das Rückenmark zu erkennen.">
            <a:extLst>
              <a:ext uri="{FF2B5EF4-FFF2-40B4-BE49-F238E27FC236}">
                <a16:creationId xmlns:a16="http://schemas.microsoft.com/office/drawing/2014/main" id="{D72DBA2C-1FFF-E19A-2871-CC7B37252C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74835" y="1514109"/>
            <a:ext cx="1536410" cy="222779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undefined">
            <a:extLst>
              <a:ext uri="{FF2B5EF4-FFF2-40B4-BE49-F238E27FC236}">
                <a16:creationId xmlns:a16="http://schemas.microsoft.com/office/drawing/2014/main" id="{55670D64-1619-7A99-7391-198A2FC274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48261" y="4402659"/>
            <a:ext cx="3107923" cy="2330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026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193EE4-3052-8E63-C16A-3014C7FEB1B2}"/>
              </a:ext>
            </a:extLst>
          </p:cNvPr>
          <p:cNvSpPr>
            <a:spLocks noGrp="1"/>
          </p:cNvSpPr>
          <p:nvPr>
            <p:ph type="title"/>
          </p:nvPr>
        </p:nvSpPr>
        <p:spPr>
          <a:xfrm>
            <a:off x="745434" y="148538"/>
            <a:ext cx="10515600" cy="1325563"/>
          </a:xfrm>
        </p:spPr>
        <p:txBody>
          <a:bodyPr/>
          <a:lstStyle/>
          <a:p>
            <a:r>
              <a:rPr lang="de-DE" dirty="0"/>
              <a:t>Anwendungen von Filament-Druckern</a:t>
            </a:r>
          </a:p>
        </p:txBody>
      </p:sp>
      <p:sp>
        <p:nvSpPr>
          <p:cNvPr id="3" name="Inhaltsplatzhalter 2">
            <a:extLst>
              <a:ext uri="{FF2B5EF4-FFF2-40B4-BE49-F238E27FC236}">
                <a16:creationId xmlns:a16="http://schemas.microsoft.com/office/drawing/2014/main" id="{5ACBF1E1-95B2-6B20-EB6C-B18382DB9FF4}"/>
              </a:ext>
            </a:extLst>
          </p:cNvPr>
          <p:cNvSpPr>
            <a:spLocks noGrp="1"/>
          </p:cNvSpPr>
          <p:nvPr>
            <p:ph idx="1"/>
          </p:nvPr>
        </p:nvSpPr>
        <p:spPr>
          <a:xfrm>
            <a:off x="633362" y="1570383"/>
            <a:ext cx="7351929" cy="5139079"/>
          </a:xfrm>
        </p:spPr>
        <p:txBody>
          <a:bodyPr>
            <a:normAutofit fontScale="92500" lnSpcReduction="20000"/>
          </a:bodyPr>
          <a:lstStyle/>
          <a:p>
            <a:r>
              <a:rPr lang="de-DE" dirty="0"/>
              <a:t>Ersatzteile / Zubehörteile</a:t>
            </a:r>
          </a:p>
          <a:p>
            <a:pPr lvl="1"/>
            <a:r>
              <a:rPr lang="de-DE" dirty="0"/>
              <a:t>Zahnräder</a:t>
            </a:r>
          </a:p>
          <a:p>
            <a:pPr lvl="1"/>
            <a:r>
              <a:rPr lang="de-DE" dirty="0"/>
              <a:t>Ösen / Verbinder</a:t>
            </a:r>
          </a:p>
          <a:p>
            <a:r>
              <a:rPr lang="de-DE" dirty="0"/>
              <a:t>Werkzeuge</a:t>
            </a:r>
          </a:p>
          <a:p>
            <a:r>
              <a:rPr lang="de-DE" dirty="0"/>
              <a:t>Haushaltsgegenstände</a:t>
            </a:r>
          </a:p>
          <a:p>
            <a:pPr lvl="1"/>
            <a:r>
              <a:rPr lang="de-DE" dirty="0"/>
              <a:t>Behälter / Boxen, Gläser, Schüsseln</a:t>
            </a:r>
          </a:p>
          <a:p>
            <a:pPr lvl="1"/>
            <a:r>
              <a:rPr lang="de-DE" dirty="0"/>
              <a:t>Besteck</a:t>
            </a:r>
          </a:p>
          <a:p>
            <a:pPr lvl="1"/>
            <a:r>
              <a:rPr lang="de-DE" dirty="0"/>
              <a:t>Haken, Halter</a:t>
            </a:r>
          </a:p>
          <a:p>
            <a:pPr lvl="1"/>
            <a:r>
              <a:rPr lang="de-DE" dirty="0"/>
              <a:t>Türgriffe</a:t>
            </a:r>
          </a:p>
          <a:p>
            <a:r>
              <a:rPr lang="de-DE" dirty="0"/>
              <a:t>Büroutensilien</a:t>
            </a:r>
          </a:p>
          <a:p>
            <a:pPr lvl="1"/>
            <a:r>
              <a:rPr lang="de-DE" dirty="0"/>
              <a:t>Kabelclips</a:t>
            </a:r>
          </a:p>
          <a:p>
            <a:pPr lvl="1"/>
            <a:r>
              <a:rPr lang="de-DE" dirty="0"/>
              <a:t>Bürozubehör</a:t>
            </a:r>
          </a:p>
          <a:p>
            <a:r>
              <a:rPr lang="de-DE" dirty="0"/>
              <a:t>Schilder</a:t>
            </a:r>
          </a:p>
          <a:p>
            <a:r>
              <a:rPr lang="de-DE" dirty="0"/>
              <a:t>Architektur- und andere Modelle</a:t>
            </a:r>
          </a:p>
        </p:txBody>
      </p:sp>
      <p:pic>
        <p:nvPicPr>
          <p:cNvPr id="5" name="Grafik 4">
            <a:extLst>
              <a:ext uri="{FF2B5EF4-FFF2-40B4-BE49-F238E27FC236}">
                <a16:creationId xmlns:a16="http://schemas.microsoft.com/office/drawing/2014/main" id="{D84E0396-D734-FB19-8C30-00BE5CFCEEAE}"/>
              </a:ext>
            </a:extLst>
          </p:cNvPr>
          <p:cNvPicPr>
            <a:picLocks noChangeAspect="1"/>
          </p:cNvPicPr>
          <p:nvPr/>
        </p:nvPicPr>
        <p:blipFill>
          <a:blip r:embed="rId2"/>
          <a:stretch>
            <a:fillRect/>
          </a:stretch>
        </p:blipFill>
        <p:spPr>
          <a:xfrm>
            <a:off x="9405174" y="4390670"/>
            <a:ext cx="2616488" cy="2467330"/>
          </a:xfrm>
          <a:prstGeom prst="rect">
            <a:avLst/>
          </a:prstGeom>
        </p:spPr>
      </p:pic>
      <p:pic>
        <p:nvPicPr>
          <p:cNvPr id="4098" name="Picture 2" descr="35 wirklich coole und nützliche Dinge aus dem 3D-Drucker - 3D make">
            <a:extLst>
              <a:ext uri="{FF2B5EF4-FFF2-40B4-BE49-F238E27FC236}">
                <a16:creationId xmlns:a16="http://schemas.microsoft.com/office/drawing/2014/main" id="{6F9594A4-C11B-ED22-A047-7D0ED05C65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1964" y="1738502"/>
            <a:ext cx="2928440" cy="2198899"/>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3D Druck Abteilung Schild (also in English) von 3DPrintNovesia |  Kostenloses STL-Modell herunterladen | Printables.com">
            <a:extLst>
              <a:ext uri="{FF2B5EF4-FFF2-40B4-BE49-F238E27FC236}">
                <a16:creationId xmlns:a16="http://schemas.microsoft.com/office/drawing/2014/main" id="{B16EDE2D-5C69-F3D8-4779-F718E1A878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2215" y="4444302"/>
            <a:ext cx="3011606" cy="2258705"/>
          </a:xfrm>
          <a:prstGeom prst="rect">
            <a:avLst/>
          </a:prstGeom>
          <a:noFill/>
          <a:extLst>
            <a:ext uri="{909E8E84-426E-40DD-AFC4-6F175D3DCCD1}">
              <a14:hiddenFill xmlns:a14="http://schemas.microsoft.com/office/drawing/2010/main">
                <a:solidFill>
                  <a:srgbClr val="FFFFFF"/>
                </a:solidFill>
              </a14:hiddenFill>
            </a:ext>
          </a:extLst>
        </p:spPr>
      </p:pic>
      <p:pic>
        <p:nvPicPr>
          <p:cNvPr id="4" name="Grafik 3">
            <a:extLst>
              <a:ext uri="{FF2B5EF4-FFF2-40B4-BE49-F238E27FC236}">
                <a16:creationId xmlns:a16="http://schemas.microsoft.com/office/drawing/2014/main" id="{CAE5F4D2-C6C0-86B8-C28B-86E765C6C937}"/>
              </a:ext>
            </a:extLst>
          </p:cNvPr>
          <p:cNvPicPr>
            <a:picLocks noChangeAspect="1"/>
          </p:cNvPicPr>
          <p:nvPr/>
        </p:nvPicPr>
        <p:blipFill>
          <a:blip r:embed="rId5"/>
          <a:stretch>
            <a:fillRect/>
          </a:stretch>
        </p:blipFill>
        <p:spPr>
          <a:xfrm>
            <a:off x="5851619" y="1108666"/>
            <a:ext cx="2562226" cy="1874471"/>
          </a:xfrm>
          <a:prstGeom prst="rect">
            <a:avLst/>
          </a:prstGeom>
        </p:spPr>
      </p:pic>
      <p:pic>
        <p:nvPicPr>
          <p:cNvPr id="6" name="Grafik 5">
            <a:extLst>
              <a:ext uri="{FF2B5EF4-FFF2-40B4-BE49-F238E27FC236}">
                <a16:creationId xmlns:a16="http://schemas.microsoft.com/office/drawing/2014/main" id="{000D2E47-1C00-D8D7-94E3-34B9CB9DC953}"/>
              </a:ext>
            </a:extLst>
          </p:cNvPr>
          <p:cNvPicPr>
            <a:picLocks noChangeAspect="1"/>
          </p:cNvPicPr>
          <p:nvPr/>
        </p:nvPicPr>
        <p:blipFill rotWithShape="1">
          <a:blip r:embed="rId6"/>
          <a:srcRect l="20249" t="13433" b="17612"/>
          <a:stretch/>
        </p:blipFill>
        <p:spPr>
          <a:xfrm>
            <a:off x="3957069" y="3899870"/>
            <a:ext cx="2013045" cy="1823899"/>
          </a:xfrm>
          <a:prstGeom prst="rect">
            <a:avLst/>
          </a:prstGeom>
        </p:spPr>
      </p:pic>
      <p:pic>
        <p:nvPicPr>
          <p:cNvPr id="7" name="Grafik 6">
            <a:extLst>
              <a:ext uri="{FF2B5EF4-FFF2-40B4-BE49-F238E27FC236}">
                <a16:creationId xmlns:a16="http://schemas.microsoft.com/office/drawing/2014/main" id="{51AE157A-BA12-1D44-A57F-46392F69D511}"/>
              </a:ext>
            </a:extLst>
          </p:cNvPr>
          <p:cNvPicPr>
            <a:picLocks noChangeAspect="1"/>
          </p:cNvPicPr>
          <p:nvPr/>
        </p:nvPicPr>
        <p:blipFill rotWithShape="1">
          <a:blip r:embed="rId7">
            <a:extLst>
              <a:ext uri="{BEBA8EAE-BF5A-486C-A8C5-ECC9F3942E4B}">
                <a14:imgProps xmlns:a14="http://schemas.microsoft.com/office/drawing/2010/main">
                  <a14:imgLayer r:embed="rId8">
                    <a14:imgEffect>
                      <a14:backgroundRemoval t="22194" b="91327" l="1580" r="84267">
                        <a14:foregroundMark x1="11566" y1="83099" x2="11566" y2="83099"/>
                        <a14:foregroundMark x1="12787" y1="79847" x2="7004" y2="72321"/>
                        <a14:foregroundMark x1="9878" y1="24872" x2="2874" y2="65880"/>
                        <a14:foregroundMark x1="2874" y1="65880" x2="23815" y2="92921"/>
                        <a14:foregroundMark x1="23815" y1="92921" x2="80244" y2="87946"/>
                        <a14:foregroundMark x1="80244" y1="87946" x2="77119" y2="36543"/>
                        <a14:foregroundMark x1="77119" y1="36543" x2="49820" y2="18559"/>
                        <a14:foregroundMark x1="49820" y1="18559" x2="18391" y2="21301"/>
                        <a14:foregroundMark x1="18391" y1="21301" x2="40876" y2="25319"/>
                        <a14:foregroundMark x1="40876" y1="25319" x2="63829" y2="22640"/>
                        <a14:foregroundMark x1="63829" y1="22640" x2="39943" y2="23342"/>
                        <a14:foregroundMark x1="39943" y1="23342" x2="35668" y2="25829"/>
                        <a14:foregroundMark x1="36099" y1="22194" x2="37249" y2="23788"/>
                        <a14:foregroundMark x1="34339" y1="23278" x2="37428" y2="23151"/>
                        <a14:foregroundMark x1="4849" y1="60969" x2="6609" y2="87564"/>
                        <a14:foregroundMark x1="2299" y1="77551" x2="1616" y2="86735"/>
                        <a14:foregroundMark x1="78448" y1="48023" x2="84267" y2="84758"/>
                      </a14:backgroundRemoval>
                    </a14:imgEffect>
                  </a14:imgLayer>
                </a14:imgProps>
              </a:ext>
            </a:extLst>
          </a:blip>
          <a:srcRect t="14721" r="14708"/>
          <a:stretch/>
        </p:blipFill>
        <p:spPr>
          <a:xfrm>
            <a:off x="10176184" y="291694"/>
            <a:ext cx="1845478" cy="1039250"/>
          </a:xfrm>
          <a:prstGeom prst="rect">
            <a:avLst/>
          </a:prstGeom>
        </p:spPr>
      </p:pic>
      <p:pic>
        <p:nvPicPr>
          <p:cNvPr id="8" name="Grafik 7">
            <a:extLst>
              <a:ext uri="{FF2B5EF4-FFF2-40B4-BE49-F238E27FC236}">
                <a16:creationId xmlns:a16="http://schemas.microsoft.com/office/drawing/2014/main" id="{52BF32F7-55F7-2501-C78D-E942B9EEFCB9}"/>
              </a:ext>
            </a:extLst>
          </p:cNvPr>
          <p:cNvPicPr>
            <a:picLocks noChangeAspect="1"/>
          </p:cNvPicPr>
          <p:nvPr/>
        </p:nvPicPr>
        <p:blipFill rotWithShape="1">
          <a:blip r:embed="rId9"/>
          <a:srcRect l="12240" t="30320" r="8160" b="14533"/>
          <a:stretch/>
        </p:blipFill>
        <p:spPr>
          <a:xfrm>
            <a:off x="6062301" y="3039568"/>
            <a:ext cx="2632931" cy="1368066"/>
          </a:xfrm>
          <a:prstGeom prst="rect">
            <a:avLst/>
          </a:prstGeom>
        </p:spPr>
      </p:pic>
    </p:spTree>
    <p:extLst>
      <p:ext uri="{BB962C8B-B14F-4D97-AF65-F5344CB8AC3E}">
        <p14:creationId xmlns:p14="http://schemas.microsoft.com/office/powerpoint/2010/main" val="1162895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2C5702-15A7-4D05-A03A-C9573A570558}"/>
              </a:ext>
            </a:extLst>
          </p:cNvPr>
          <p:cNvSpPr>
            <a:spLocks noGrp="1"/>
          </p:cNvSpPr>
          <p:nvPr>
            <p:ph type="title"/>
          </p:nvPr>
        </p:nvSpPr>
        <p:spPr>
          <a:xfrm>
            <a:off x="417181" y="160335"/>
            <a:ext cx="10515600" cy="1325563"/>
          </a:xfrm>
        </p:spPr>
        <p:txBody>
          <a:bodyPr/>
          <a:lstStyle/>
          <a:p>
            <a:r>
              <a:rPr lang="de-DE" dirty="0"/>
              <a:t>Aufbau eines 3D-Druckers</a:t>
            </a:r>
          </a:p>
        </p:txBody>
      </p:sp>
      <p:sp>
        <p:nvSpPr>
          <p:cNvPr id="3" name="Inhaltsplatzhalter 2">
            <a:extLst>
              <a:ext uri="{FF2B5EF4-FFF2-40B4-BE49-F238E27FC236}">
                <a16:creationId xmlns:a16="http://schemas.microsoft.com/office/drawing/2014/main" id="{75AD49FB-8DD4-3AD3-D4F8-2D9AD370299B}"/>
              </a:ext>
            </a:extLst>
          </p:cNvPr>
          <p:cNvSpPr>
            <a:spLocks noGrp="1"/>
          </p:cNvSpPr>
          <p:nvPr>
            <p:ph idx="1"/>
          </p:nvPr>
        </p:nvSpPr>
        <p:spPr>
          <a:xfrm>
            <a:off x="230150" y="1715294"/>
            <a:ext cx="4539108" cy="4752770"/>
          </a:xfrm>
        </p:spPr>
        <p:txBody>
          <a:bodyPr>
            <a:normAutofit fontScale="92500" lnSpcReduction="10000"/>
          </a:bodyPr>
          <a:lstStyle/>
          <a:p>
            <a:r>
              <a:rPr lang="de-DE" dirty="0"/>
              <a:t>Druckkopf </a:t>
            </a:r>
          </a:p>
          <a:p>
            <a:pPr lvl="1"/>
            <a:r>
              <a:rPr lang="de-DE" dirty="0" err="1"/>
              <a:t>Filamentzuführung</a:t>
            </a:r>
            <a:r>
              <a:rPr lang="de-DE" dirty="0"/>
              <a:t> mit Motor</a:t>
            </a:r>
          </a:p>
          <a:p>
            <a:pPr lvl="1"/>
            <a:r>
              <a:rPr lang="de-DE" dirty="0"/>
              <a:t>Extruder mit Heizung</a:t>
            </a:r>
          </a:p>
          <a:p>
            <a:pPr lvl="1"/>
            <a:r>
              <a:rPr lang="de-DE" dirty="0"/>
              <a:t>Düse (</a:t>
            </a:r>
            <a:r>
              <a:rPr lang="de-DE" dirty="0" err="1"/>
              <a:t>Nozzle</a:t>
            </a:r>
            <a:r>
              <a:rPr lang="de-DE" dirty="0"/>
              <a:t>)</a:t>
            </a:r>
          </a:p>
          <a:p>
            <a:r>
              <a:rPr lang="de-DE" dirty="0"/>
              <a:t>Basisplatte</a:t>
            </a:r>
          </a:p>
          <a:p>
            <a:pPr lvl="1"/>
            <a:r>
              <a:rPr lang="de-DE" dirty="0"/>
              <a:t>Auch Druckplatte oder </a:t>
            </a:r>
            <a:r>
              <a:rPr lang="de-DE" dirty="0" err="1"/>
              <a:t>Baseplate</a:t>
            </a:r>
            <a:r>
              <a:rPr lang="de-DE" dirty="0"/>
              <a:t> genannt</a:t>
            </a:r>
          </a:p>
          <a:p>
            <a:pPr lvl="1"/>
            <a:r>
              <a:rPr lang="de-DE" dirty="0"/>
              <a:t>Wird beheizt (je nach Druckmaterial)</a:t>
            </a:r>
          </a:p>
          <a:p>
            <a:pPr lvl="1"/>
            <a:r>
              <a:rPr lang="de-DE" dirty="0"/>
              <a:t>Meist auch in einer Achse beweglich</a:t>
            </a:r>
          </a:p>
          <a:p>
            <a:r>
              <a:rPr lang="de-DE" dirty="0"/>
              <a:t>Servomotoren und Steuerung m. Bedienfeld </a:t>
            </a:r>
          </a:p>
        </p:txBody>
      </p:sp>
      <p:pic>
        <p:nvPicPr>
          <p:cNvPr id="3074" name="Picture 2" descr="Screenshot aus der Aufbauanleitung des Druckers: Alle rot dargestellten Teile kommen aus dem 3D-Drucker ...">
            <a:extLst>
              <a:ext uri="{FF2B5EF4-FFF2-40B4-BE49-F238E27FC236}">
                <a16:creationId xmlns:a16="http://schemas.microsoft.com/office/drawing/2014/main" id="{29445288-2980-4E04-065D-C91DAE7CF6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5442" y="1715294"/>
            <a:ext cx="7176558" cy="4572000"/>
          </a:xfrm>
          <a:prstGeom prst="rect">
            <a:avLst/>
          </a:prstGeom>
          <a:noFill/>
          <a:ln>
            <a:solidFill>
              <a:schemeClr val="bg1">
                <a:lumMod val="7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1432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BBF03B-B816-3362-4D96-C019F0E6036D}"/>
              </a:ext>
            </a:extLst>
          </p:cNvPr>
          <p:cNvSpPr>
            <a:spLocks noGrp="1"/>
          </p:cNvSpPr>
          <p:nvPr>
            <p:ph type="title"/>
          </p:nvPr>
        </p:nvSpPr>
        <p:spPr>
          <a:xfrm>
            <a:off x="357975" y="95410"/>
            <a:ext cx="10515600" cy="1325563"/>
          </a:xfrm>
        </p:spPr>
        <p:txBody>
          <a:bodyPr/>
          <a:lstStyle/>
          <a:p>
            <a:r>
              <a:rPr lang="de-DE" dirty="0"/>
              <a:t>Workflow beim 3D-Druck</a:t>
            </a:r>
          </a:p>
        </p:txBody>
      </p:sp>
      <p:graphicFrame>
        <p:nvGraphicFramePr>
          <p:cNvPr id="4" name="Inhaltsplatzhalter 3">
            <a:extLst>
              <a:ext uri="{FF2B5EF4-FFF2-40B4-BE49-F238E27FC236}">
                <a16:creationId xmlns:a16="http://schemas.microsoft.com/office/drawing/2014/main" id="{53F6877F-1110-97B2-8132-2B425AD8A719}"/>
              </a:ext>
            </a:extLst>
          </p:cNvPr>
          <p:cNvGraphicFramePr>
            <a:graphicFrameLocks noGrp="1"/>
          </p:cNvGraphicFramePr>
          <p:nvPr>
            <p:ph idx="1"/>
            <p:extLst>
              <p:ext uri="{D42A27DB-BD31-4B8C-83A1-F6EECF244321}">
                <p14:modId xmlns:p14="http://schemas.microsoft.com/office/powerpoint/2010/main" val="3288798783"/>
              </p:ext>
            </p:extLst>
          </p:nvPr>
        </p:nvGraphicFramePr>
        <p:xfrm>
          <a:off x="0" y="1151224"/>
          <a:ext cx="12192000" cy="36904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Grafik 7">
            <a:extLst>
              <a:ext uri="{FF2B5EF4-FFF2-40B4-BE49-F238E27FC236}">
                <a16:creationId xmlns:a16="http://schemas.microsoft.com/office/drawing/2014/main" id="{153264FC-59AE-F9A5-7515-60999E258C6A}"/>
              </a:ext>
            </a:extLst>
          </p:cNvPr>
          <p:cNvPicPr>
            <a:picLocks noChangeAspect="1"/>
          </p:cNvPicPr>
          <p:nvPr/>
        </p:nvPicPr>
        <p:blipFill>
          <a:blip r:embed="rId7"/>
          <a:stretch>
            <a:fillRect/>
          </a:stretch>
        </p:blipFill>
        <p:spPr>
          <a:xfrm>
            <a:off x="6779011" y="3714737"/>
            <a:ext cx="4577925" cy="3047853"/>
          </a:xfrm>
          <a:prstGeom prst="rect">
            <a:avLst/>
          </a:prstGeom>
          <a:ln>
            <a:solidFill>
              <a:schemeClr val="bg1">
                <a:lumMod val="75000"/>
              </a:schemeClr>
            </a:solidFill>
          </a:ln>
        </p:spPr>
      </p:pic>
      <p:pic>
        <p:nvPicPr>
          <p:cNvPr id="10" name="Grafik 9">
            <a:extLst>
              <a:ext uri="{FF2B5EF4-FFF2-40B4-BE49-F238E27FC236}">
                <a16:creationId xmlns:a16="http://schemas.microsoft.com/office/drawing/2014/main" id="{1E04905A-D823-1057-E75B-C896C31FFA0B}"/>
              </a:ext>
            </a:extLst>
          </p:cNvPr>
          <p:cNvPicPr>
            <a:picLocks noChangeAspect="1"/>
          </p:cNvPicPr>
          <p:nvPr/>
        </p:nvPicPr>
        <p:blipFill>
          <a:blip r:embed="rId8"/>
          <a:stretch>
            <a:fillRect/>
          </a:stretch>
        </p:blipFill>
        <p:spPr>
          <a:xfrm>
            <a:off x="693826" y="3801299"/>
            <a:ext cx="4719165" cy="3047853"/>
          </a:xfrm>
          <a:prstGeom prst="rect">
            <a:avLst/>
          </a:prstGeom>
          <a:ln>
            <a:solidFill>
              <a:schemeClr val="bg1">
                <a:lumMod val="75000"/>
              </a:schemeClr>
            </a:solidFill>
          </a:ln>
        </p:spPr>
      </p:pic>
      <p:sp>
        <p:nvSpPr>
          <p:cNvPr id="3" name="Textfeld 2">
            <a:extLst>
              <a:ext uri="{FF2B5EF4-FFF2-40B4-BE49-F238E27FC236}">
                <a16:creationId xmlns:a16="http://schemas.microsoft.com/office/drawing/2014/main" id="{09ADDFC3-76F5-2C0B-CA72-312EE5C70222}"/>
              </a:ext>
            </a:extLst>
          </p:cNvPr>
          <p:cNvSpPr txBox="1"/>
          <p:nvPr/>
        </p:nvSpPr>
        <p:spPr>
          <a:xfrm>
            <a:off x="4331651" y="6122505"/>
            <a:ext cx="1017907" cy="369332"/>
          </a:xfrm>
          <a:prstGeom prst="rect">
            <a:avLst/>
          </a:prstGeom>
          <a:noFill/>
        </p:spPr>
        <p:txBody>
          <a:bodyPr wrap="none" rtlCol="0">
            <a:spAutoFit/>
          </a:bodyPr>
          <a:lstStyle/>
          <a:p>
            <a:r>
              <a:rPr lang="de-DE" b="1" dirty="0"/>
              <a:t>3D-CAD</a:t>
            </a:r>
          </a:p>
        </p:txBody>
      </p:sp>
      <p:sp>
        <p:nvSpPr>
          <p:cNvPr id="5" name="Textfeld 4">
            <a:extLst>
              <a:ext uri="{FF2B5EF4-FFF2-40B4-BE49-F238E27FC236}">
                <a16:creationId xmlns:a16="http://schemas.microsoft.com/office/drawing/2014/main" id="{760A88DD-59F6-BF33-464B-C4BD6A7A5B00}"/>
              </a:ext>
            </a:extLst>
          </p:cNvPr>
          <p:cNvSpPr txBox="1"/>
          <p:nvPr/>
        </p:nvSpPr>
        <p:spPr>
          <a:xfrm>
            <a:off x="10583757" y="5917961"/>
            <a:ext cx="793807" cy="369332"/>
          </a:xfrm>
          <a:prstGeom prst="rect">
            <a:avLst/>
          </a:prstGeom>
          <a:noFill/>
        </p:spPr>
        <p:txBody>
          <a:bodyPr wrap="none" rtlCol="0">
            <a:spAutoFit/>
          </a:bodyPr>
          <a:lstStyle/>
          <a:p>
            <a:r>
              <a:rPr lang="de-DE" b="1" dirty="0" err="1">
                <a:solidFill>
                  <a:schemeClr val="bg1">
                    <a:lumMod val="95000"/>
                  </a:schemeClr>
                </a:solidFill>
              </a:rPr>
              <a:t>Slicer</a:t>
            </a:r>
            <a:endParaRPr lang="de-DE" b="1" dirty="0">
              <a:solidFill>
                <a:schemeClr val="bg1">
                  <a:lumMod val="95000"/>
                </a:schemeClr>
              </a:solidFill>
            </a:endParaRPr>
          </a:p>
        </p:txBody>
      </p:sp>
    </p:spTree>
    <p:extLst>
      <p:ext uri="{BB962C8B-B14F-4D97-AF65-F5344CB8AC3E}">
        <p14:creationId xmlns:p14="http://schemas.microsoft.com/office/powerpoint/2010/main" val="200695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9C28DE-B3C1-6015-A1E2-CFF49B8C400B}"/>
              </a:ext>
            </a:extLst>
          </p:cNvPr>
          <p:cNvSpPr>
            <a:spLocks noGrp="1"/>
          </p:cNvSpPr>
          <p:nvPr>
            <p:ph type="title"/>
          </p:nvPr>
        </p:nvSpPr>
        <p:spPr>
          <a:xfrm>
            <a:off x="565744" y="0"/>
            <a:ext cx="10515600" cy="1325563"/>
          </a:xfrm>
        </p:spPr>
        <p:txBody>
          <a:bodyPr/>
          <a:lstStyle/>
          <a:p>
            <a:r>
              <a:rPr lang="de-DE" dirty="0"/>
              <a:t>Filament Druckertypen und Ausstattung</a:t>
            </a:r>
          </a:p>
        </p:txBody>
      </p:sp>
      <p:sp>
        <p:nvSpPr>
          <p:cNvPr id="3" name="Inhaltsplatzhalter 2">
            <a:extLst>
              <a:ext uri="{FF2B5EF4-FFF2-40B4-BE49-F238E27FC236}">
                <a16:creationId xmlns:a16="http://schemas.microsoft.com/office/drawing/2014/main" id="{5DC48291-DDEB-1A03-6584-6AE4D13B5201}"/>
              </a:ext>
            </a:extLst>
          </p:cNvPr>
          <p:cNvSpPr>
            <a:spLocks noGrp="1"/>
          </p:cNvSpPr>
          <p:nvPr>
            <p:ph idx="1"/>
          </p:nvPr>
        </p:nvSpPr>
        <p:spPr>
          <a:xfrm>
            <a:off x="565744" y="1177538"/>
            <a:ext cx="9834734" cy="5604810"/>
          </a:xfrm>
        </p:spPr>
        <p:txBody>
          <a:bodyPr>
            <a:normAutofit fontScale="77500" lnSpcReduction="20000"/>
          </a:bodyPr>
          <a:lstStyle/>
          <a:p>
            <a:r>
              <a:rPr lang="de-DE" dirty="0"/>
              <a:t>Druckkopf-Aufhängung</a:t>
            </a:r>
          </a:p>
          <a:p>
            <a:pPr lvl="1"/>
            <a:r>
              <a:rPr lang="de-DE" b="1" dirty="0" err="1"/>
              <a:t>CoreXY</a:t>
            </a:r>
            <a:r>
              <a:rPr lang="de-DE" dirty="0"/>
              <a:t> – Drucker bewegen einen Druckkopf in X- und Y-Richtung, beide Achsen sind fest mit dem Rahmen verbunden. Mechanisch aufwändiger, aber platzsparender.</a:t>
            </a:r>
          </a:p>
          <a:p>
            <a:pPr lvl="1"/>
            <a:r>
              <a:rPr lang="de-DE" b="1" dirty="0" err="1"/>
              <a:t>Bedslinger</a:t>
            </a:r>
            <a:r>
              <a:rPr lang="de-DE" dirty="0"/>
              <a:t> – Drucker bewegen die Basisplatte auf einer (oder sogar zwei) horizontalen Achse (z.B. Y-Achse) hin und her. Der Druckkopf fährt dann auf der X-Achse. Nachteil ist die höhere bewegte Masse, Vorteil die einfachere Konstruktion.</a:t>
            </a:r>
          </a:p>
          <a:p>
            <a:pPr lvl="1"/>
            <a:r>
              <a:rPr lang="de-DE" dirty="0"/>
              <a:t>Beide Druckertypen benötigen noch eine dritte Z-Achse für die Höhensteuerung zwischen Druckkopf und Druckbett.</a:t>
            </a:r>
          </a:p>
          <a:p>
            <a:r>
              <a:rPr lang="de-DE" dirty="0"/>
              <a:t>Offen- / Geschlossen</a:t>
            </a:r>
          </a:p>
          <a:p>
            <a:pPr lvl="1"/>
            <a:r>
              <a:rPr lang="de-DE" dirty="0"/>
              <a:t>Geschlossene Drucker  (meist </a:t>
            </a:r>
            <a:r>
              <a:rPr lang="de-DE" b="1" dirty="0" err="1"/>
              <a:t>CoreXY</a:t>
            </a:r>
            <a:r>
              <a:rPr lang="de-DE" dirty="0"/>
              <a:t>) sind geschützter (äußere Einwirkungen beim Drucken und Staub bei der Lagerung) und können konstantere Temperaturen im Druckraum halten. </a:t>
            </a:r>
          </a:p>
          <a:p>
            <a:pPr lvl="1"/>
            <a:r>
              <a:rPr lang="de-DE" dirty="0"/>
              <a:t>Möglichkeit der Schallisolierung und der Luftfilterung.</a:t>
            </a:r>
          </a:p>
          <a:p>
            <a:pPr lvl="1"/>
            <a:r>
              <a:rPr lang="de-DE" dirty="0"/>
              <a:t>Offene Drucker sind einfacher aufgebaut und normalerweise kostengünstiger.</a:t>
            </a:r>
          </a:p>
          <a:p>
            <a:r>
              <a:rPr lang="de-DE" dirty="0"/>
              <a:t>Single- oder Multicolor</a:t>
            </a:r>
          </a:p>
          <a:p>
            <a:pPr lvl="1"/>
            <a:r>
              <a:rPr lang="de-DE" dirty="0"/>
              <a:t>Multicolor-Drucker können während des Drucks automatisch das Filament wechseln, die Wechselsysteme verursachen natürlich höhere Kosten. Während des Drucks entsteht auch mehr Abfall.</a:t>
            </a:r>
          </a:p>
          <a:p>
            <a:r>
              <a:rPr lang="de-DE" dirty="0"/>
              <a:t>Online- / App-Anbindung</a:t>
            </a:r>
          </a:p>
          <a:p>
            <a:pPr lvl="1"/>
            <a:r>
              <a:rPr lang="de-DE" dirty="0"/>
              <a:t>Online-, bzw. App-Anbindung ermöglicht Remote-Drucken und das Hochladen von Druckdateien, einige Drucker (z.B. </a:t>
            </a:r>
            <a:r>
              <a:rPr lang="de-DE" dirty="0" err="1"/>
              <a:t>Bambu</a:t>
            </a:r>
            <a:r>
              <a:rPr lang="de-DE" dirty="0"/>
              <a:t> Lab X1c) haben sogar eine eingebaute Cam, womit man den Druckvorgang kontrollieren / streamen kann.</a:t>
            </a:r>
          </a:p>
        </p:txBody>
      </p:sp>
      <p:pic>
        <p:nvPicPr>
          <p:cNvPr id="2050" name="Picture 2" descr="Meinung: Prusa ist tot, es lebe Bambu Lab!?">
            <a:extLst>
              <a:ext uri="{FF2B5EF4-FFF2-40B4-BE49-F238E27FC236}">
                <a16:creationId xmlns:a16="http://schemas.microsoft.com/office/drawing/2014/main" id="{000D2B20-F0A1-F181-B0BF-EEB926859B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125" r="22403"/>
          <a:stretch/>
        </p:blipFill>
        <p:spPr bwMode="auto">
          <a:xfrm>
            <a:off x="10345002" y="2141435"/>
            <a:ext cx="1746914" cy="275645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Original Prusa MK4 3D-Drucker">
            <a:extLst>
              <a:ext uri="{FF2B5EF4-FFF2-40B4-BE49-F238E27FC236}">
                <a16:creationId xmlns:a16="http://schemas.microsoft.com/office/drawing/2014/main" id="{F52EA98A-8032-A303-DC32-BBB142D9593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340" r="16382"/>
          <a:stretch/>
        </p:blipFill>
        <p:spPr bwMode="auto">
          <a:xfrm>
            <a:off x="10400478" y="69734"/>
            <a:ext cx="1595904" cy="230360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Bambu Handy für Android - Lade die APK von Uptodown herunter">
            <a:extLst>
              <a:ext uri="{FF2B5EF4-FFF2-40B4-BE49-F238E27FC236}">
                <a16:creationId xmlns:a16="http://schemas.microsoft.com/office/drawing/2014/main" id="{B1C26CF3-ECC9-8F74-76D4-7D53FEF9048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863" t="22717" r="16793" b="15672"/>
          <a:stretch/>
        </p:blipFill>
        <p:spPr bwMode="auto">
          <a:xfrm>
            <a:off x="10592281" y="4807785"/>
            <a:ext cx="1197748" cy="1974563"/>
          </a:xfrm>
          <a:prstGeom prst="rect">
            <a:avLst/>
          </a:prstGeom>
          <a:noFill/>
          <a:ln>
            <a:solidFill>
              <a:schemeClr val="bg1">
                <a:lumMod val="7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8719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16C8D8-761F-5614-3191-C98194C056F5}"/>
              </a:ext>
            </a:extLst>
          </p:cNvPr>
          <p:cNvSpPr>
            <a:spLocks noGrp="1"/>
          </p:cNvSpPr>
          <p:nvPr>
            <p:ph type="title"/>
          </p:nvPr>
        </p:nvSpPr>
        <p:spPr>
          <a:xfrm>
            <a:off x="818322" y="95416"/>
            <a:ext cx="11035748" cy="1075548"/>
          </a:xfrm>
        </p:spPr>
        <p:txBody>
          <a:bodyPr>
            <a:normAutofit fontScale="90000"/>
          </a:bodyPr>
          <a:lstStyle/>
          <a:p>
            <a:r>
              <a:rPr lang="de-DE" dirty="0"/>
              <a:t>Beliebteste Materialien beim Filament-3D-Druck</a:t>
            </a:r>
          </a:p>
        </p:txBody>
      </p:sp>
      <p:sp>
        <p:nvSpPr>
          <p:cNvPr id="3" name="Inhaltsplatzhalter 2">
            <a:extLst>
              <a:ext uri="{FF2B5EF4-FFF2-40B4-BE49-F238E27FC236}">
                <a16:creationId xmlns:a16="http://schemas.microsoft.com/office/drawing/2014/main" id="{43CA03B6-94DF-2B4C-15F1-57162B92FFA5}"/>
              </a:ext>
            </a:extLst>
          </p:cNvPr>
          <p:cNvSpPr>
            <a:spLocks noGrp="1"/>
          </p:cNvSpPr>
          <p:nvPr>
            <p:ph idx="1"/>
          </p:nvPr>
        </p:nvSpPr>
        <p:spPr>
          <a:xfrm>
            <a:off x="701871" y="1345258"/>
            <a:ext cx="10685060" cy="5417326"/>
          </a:xfrm>
        </p:spPr>
        <p:txBody>
          <a:bodyPr>
            <a:normAutofit fontScale="70000" lnSpcReduction="20000"/>
          </a:bodyPr>
          <a:lstStyle/>
          <a:p>
            <a:r>
              <a:rPr lang="de-DE" b="1" dirty="0">
                <a:solidFill>
                  <a:srgbClr val="FF0000"/>
                </a:solidFill>
              </a:rPr>
              <a:t>PLA</a:t>
            </a:r>
          </a:p>
          <a:p>
            <a:pPr lvl="1"/>
            <a:r>
              <a:rPr lang="de-DE" dirty="0" err="1"/>
              <a:t>Polyactric</a:t>
            </a:r>
            <a:r>
              <a:rPr lang="de-DE" dirty="0"/>
              <a:t> Acid (nicht aus Erdöl)</a:t>
            </a:r>
          </a:p>
          <a:p>
            <a:pPr lvl="1"/>
            <a:r>
              <a:rPr lang="de-DE" dirty="0"/>
              <a:t>Geringe </a:t>
            </a:r>
            <a:r>
              <a:rPr lang="de-DE" dirty="0" err="1"/>
              <a:t>Schmelztempertur</a:t>
            </a:r>
            <a:endParaRPr lang="de-DE" dirty="0"/>
          </a:p>
          <a:p>
            <a:pPr lvl="1"/>
            <a:r>
              <a:rPr lang="de-DE" dirty="0"/>
              <a:t>Preiswert</a:t>
            </a:r>
          </a:p>
          <a:p>
            <a:pPr lvl="1"/>
            <a:r>
              <a:rPr lang="de-DE" dirty="0"/>
              <a:t>Wenig Druckemissionen</a:t>
            </a:r>
          </a:p>
          <a:p>
            <a:pPr lvl="1"/>
            <a:r>
              <a:rPr lang="de-DE" dirty="0"/>
              <a:t>Nachhaltig / biologisch abbaubar</a:t>
            </a:r>
          </a:p>
          <a:p>
            <a:pPr lvl="1"/>
            <a:r>
              <a:rPr lang="de-DE" dirty="0"/>
              <a:t>Lebensmittelecht</a:t>
            </a:r>
          </a:p>
          <a:p>
            <a:pPr lvl="1"/>
            <a:r>
              <a:rPr lang="de-DE" dirty="0"/>
              <a:t>Unproblematisch beim Drucken</a:t>
            </a:r>
          </a:p>
          <a:p>
            <a:r>
              <a:rPr lang="de-DE" sz="2900" b="1" dirty="0">
                <a:solidFill>
                  <a:srgbClr val="00B050"/>
                </a:solidFill>
              </a:rPr>
              <a:t>PETG</a:t>
            </a:r>
          </a:p>
          <a:p>
            <a:pPr lvl="1"/>
            <a:r>
              <a:rPr lang="de-DE" b="0" i="0" dirty="0">
                <a:solidFill>
                  <a:srgbClr val="454545"/>
                </a:solidFill>
                <a:effectLst/>
                <a:highlight>
                  <a:srgbClr val="FFFFFF"/>
                </a:highlight>
                <a:latin typeface="Roboto" panose="02000000000000000000" pitchFamily="2" charset="0"/>
              </a:rPr>
              <a:t>Polyethylenterephthalat (PET), meistverwendeter Kunststoff der Welt, bekannt von PET-Flaschen</a:t>
            </a:r>
          </a:p>
          <a:p>
            <a:pPr lvl="1"/>
            <a:r>
              <a:rPr lang="de-DE" dirty="0">
                <a:solidFill>
                  <a:srgbClr val="454545"/>
                </a:solidFill>
                <a:highlight>
                  <a:srgbClr val="FFFFFF"/>
                </a:highlight>
                <a:latin typeface="Roboto" panose="02000000000000000000" pitchFamily="2" charset="0"/>
              </a:rPr>
              <a:t>Hohe Schmelztemperatur</a:t>
            </a:r>
          </a:p>
          <a:p>
            <a:pPr lvl="1"/>
            <a:r>
              <a:rPr lang="de-DE" dirty="0">
                <a:solidFill>
                  <a:srgbClr val="454545"/>
                </a:solidFill>
                <a:highlight>
                  <a:srgbClr val="FFFFFF"/>
                </a:highlight>
                <a:latin typeface="Roboto" panose="02000000000000000000" pitchFamily="2" charset="0"/>
              </a:rPr>
              <a:t>Widerstandfähiger als PLA</a:t>
            </a:r>
          </a:p>
          <a:p>
            <a:pPr lvl="1"/>
            <a:r>
              <a:rPr lang="de-DE" dirty="0"/>
              <a:t>Unproblematisch beim Drucken</a:t>
            </a:r>
          </a:p>
          <a:p>
            <a:pPr lvl="1"/>
            <a:r>
              <a:rPr lang="de-DE" dirty="0"/>
              <a:t>Filament stärker hygroskopisch als die beiden anderen Materialien</a:t>
            </a:r>
          </a:p>
          <a:p>
            <a:r>
              <a:rPr lang="de-DE" b="1" dirty="0">
                <a:solidFill>
                  <a:srgbClr val="002060"/>
                </a:solidFill>
              </a:rPr>
              <a:t>ABS</a:t>
            </a:r>
            <a:r>
              <a:rPr lang="de-DE" dirty="0"/>
              <a:t> </a:t>
            </a:r>
          </a:p>
          <a:p>
            <a:pPr lvl="1"/>
            <a:r>
              <a:rPr lang="de-DE" b="0" i="0" dirty="0">
                <a:solidFill>
                  <a:srgbClr val="454545"/>
                </a:solidFill>
                <a:effectLst/>
                <a:highlight>
                  <a:srgbClr val="FFFFFF"/>
                </a:highlight>
                <a:latin typeface="Roboto" panose="02000000000000000000" pitchFamily="2" charset="0"/>
              </a:rPr>
              <a:t>Acrylnitril-Butadien-Styrol-Copolymer (von LEGO-Steinen bekannt)</a:t>
            </a:r>
          </a:p>
          <a:p>
            <a:pPr lvl="1"/>
            <a:r>
              <a:rPr lang="de-DE" dirty="0">
                <a:solidFill>
                  <a:srgbClr val="454545"/>
                </a:solidFill>
                <a:highlight>
                  <a:srgbClr val="FFFFFF"/>
                </a:highlight>
                <a:latin typeface="Roboto" panose="02000000000000000000" pitchFamily="2" charset="0"/>
              </a:rPr>
              <a:t>Höhere Schmelztemperatur</a:t>
            </a:r>
          </a:p>
          <a:p>
            <a:pPr lvl="1"/>
            <a:r>
              <a:rPr lang="de-DE" dirty="0">
                <a:solidFill>
                  <a:srgbClr val="454545"/>
                </a:solidFill>
                <a:highlight>
                  <a:srgbClr val="FFFFFF"/>
                </a:highlight>
                <a:latin typeface="Roboto" panose="02000000000000000000" pitchFamily="2" charset="0"/>
              </a:rPr>
              <a:t>Unangenehme Emissionen</a:t>
            </a:r>
          </a:p>
          <a:p>
            <a:pPr lvl="1"/>
            <a:r>
              <a:rPr lang="de-DE" dirty="0">
                <a:solidFill>
                  <a:srgbClr val="454545"/>
                </a:solidFill>
                <a:highlight>
                  <a:srgbClr val="FFFFFF"/>
                </a:highlight>
                <a:latin typeface="Roboto" panose="02000000000000000000" pitchFamily="2" charset="0"/>
              </a:rPr>
              <a:t>Widerstandfähiger als PLA</a:t>
            </a:r>
          </a:p>
          <a:p>
            <a:pPr lvl="1"/>
            <a:r>
              <a:rPr lang="de-DE" dirty="0">
                <a:solidFill>
                  <a:srgbClr val="454545"/>
                </a:solidFill>
                <a:highlight>
                  <a:srgbClr val="FFFFFF"/>
                </a:highlight>
                <a:latin typeface="Roboto" panose="02000000000000000000" pitchFamily="2" charset="0"/>
              </a:rPr>
              <a:t>Problematischer zu Drucken, weil es sich bei Temperaturänderungen verziehen kann</a:t>
            </a:r>
          </a:p>
        </p:txBody>
      </p:sp>
      <p:pic>
        <p:nvPicPr>
          <p:cNvPr id="1026" name="Picture 2" descr="Welches 3D-Drucker Filament für welche Anwendung? - 3Dnatives">
            <a:extLst>
              <a:ext uri="{FF2B5EF4-FFF2-40B4-BE49-F238E27FC236}">
                <a16:creationId xmlns:a16="http://schemas.microsoft.com/office/drawing/2014/main" id="{384974B1-5FCC-7B55-7E9C-04777C0304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1362" y="953071"/>
            <a:ext cx="4395569" cy="2585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5678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D89E32C-70E6-448B-C652-907F3A926EA9}"/>
              </a:ext>
            </a:extLst>
          </p:cNvPr>
          <p:cNvSpPr>
            <a:spLocks noGrp="1"/>
          </p:cNvSpPr>
          <p:nvPr>
            <p:ph type="title"/>
          </p:nvPr>
        </p:nvSpPr>
        <p:spPr>
          <a:xfrm>
            <a:off x="777240" y="0"/>
            <a:ext cx="10515600" cy="1325563"/>
          </a:xfrm>
        </p:spPr>
        <p:txBody>
          <a:bodyPr/>
          <a:lstStyle/>
          <a:p>
            <a:r>
              <a:rPr lang="de-DE" dirty="0"/>
              <a:t>Links </a:t>
            </a:r>
            <a:r>
              <a:rPr lang="de-DE"/>
              <a:t>zum Thema</a:t>
            </a:r>
            <a:endParaRPr lang="de-DE" dirty="0"/>
          </a:p>
        </p:txBody>
      </p:sp>
      <p:sp>
        <p:nvSpPr>
          <p:cNvPr id="3" name="Inhaltsplatzhalter 2">
            <a:extLst>
              <a:ext uri="{FF2B5EF4-FFF2-40B4-BE49-F238E27FC236}">
                <a16:creationId xmlns:a16="http://schemas.microsoft.com/office/drawing/2014/main" id="{86EF02B1-3DB9-F0F6-9B54-CE61B0DB7DAA}"/>
              </a:ext>
            </a:extLst>
          </p:cNvPr>
          <p:cNvSpPr>
            <a:spLocks noGrp="1"/>
          </p:cNvSpPr>
          <p:nvPr>
            <p:ph idx="1"/>
          </p:nvPr>
        </p:nvSpPr>
        <p:spPr>
          <a:xfrm>
            <a:off x="838200" y="1097280"/>
            <a:ext cx="10515600" cy="5760719"/>
          </a:xfrm>
        </p:spPr>
        <p:txBody>
          <a:bodyPr>
            <a:normAutofit/>
          </a:bodyPr>
          <a:lstStyle/>
          <a:p>
            <a:r>
              <a:rPr lang="de-DE" dirty="0"/>
              <a:t>Hersteller</a:t>
            </a:r>
          </a:p>
          <a:p>
            <a:pPr lvl="1"/>
            <a:r>
              <a:rPr lang="de-DE" dirty="0">
                <a:hlinkClick r:id="rId2"/>
              </a:rPr>
              <a:t>https://bambulab.com/de</a:t>
            </a:r>
            <a:r>
              <a:rPr lang="de-DE" dirty="0"/>
              <a:t> </a:t>
            </a:r>
          </a:p>
          <a:p>
            <a:pPr lvl="1"/>
            <a:r>
              <a:rPr lang="de-DE" dirty="0">
                <a:hlinkClick r:id="rId3"/>
              </a:rPr>
              <a:t>https://www.prusa3d.com/de/</a:t>
            </a:r>
            <a:r>
              <a:rPr lang="de-DE" dirty="0"/>
              <a:t> </a:t>
            </a:r>
          </a:p>
          <a:p>
            <a:r>
              <a:rPr lang="de-DE" dirty="0"/>
              <a:t>3D Modelle zum Download</a:t>
            </a:r>
          </a:p>
          <a:p>
            <a:pPr lvl="1"/>
            <a:r>
              <a:rPr lang="de-DE" dirty="0">
                <a:hlinkClick r:id="rId4"/>
              </a:rPr>
              <a:t>https://www.thingiverse.com/</a:t>
            </a:r>
            <a:r>
              <a:rPr lang="de-DE" dirty="0"/>
              <a:t> </a:t>
            </a:r>
          </a:p>
          <a:p>
            <a:pPr lvl="1"/>
            <a:r>
              <a:rPr lang="de-DE" dirty="0">
                <a:hlinkClick r:id="rId5"/>
              </a:rPr>
              <a:t>https://cults3d.com/de</a:t>
            </a:r>
            <a:r>
              <a:rPr lang="de-DE" dirty="0"/>
              <a:t> </a:t>
            </a:r>
          </a:p>
          <a:p>
            <a:pPr lvl="1"/>
            <a:r>
              <a:rPr lang="de-DE" dirty="0">
                <a:hlinkClick r:id="rId6"/>
              </a:rPr>
              <a:t>https://www.printables.com/de</a:t>
            </a:r>
            <a:endParaRPr lang="de-DE" dirty="0"/>
          </a:p>
          <a:p>
            <a:pPr lvl="1"/>
            <a:r>
              <a:rPr lang="de-DE" dirty="0">
                <a:hlinkClick r:id="rId7"/>
              </a:rPr>
              <a:t>https://makerworld.com/en</a:t>
            </a:r>
            <a:r>
              <a:rPr lang="de-DE" dirty="0"/>
              <a:t>  </a:t>
            </a:r>
          </a:p>
          <a:p>
            <a:r>
              <a:rPr lang="de-DE" dirty="0"/>
              <a:t>3D CAD</a:t>
            </a:r>
          </a:p>
          <a:p>
            <a:pPr lvl="1"/>
            <a:r>
              <a:rPr lang="de-DE" dirty="0">
                <a:hlinkClick r:id="rId8"/>
              </a:rPr>
              <a:t>https://www.autodesk.com/de/products/fusion-360</a:t>
            </a:r>
            <a:endParaRPr lang="de-DE" dirty="0"/>
          </a:p>
          <a:p>
            <a:pPr lvl="1"/>
            <a:r>
              <a:rPr lang="de-DE" dirty="0">
                <a:hlinkClick r:id="rId9"/>
              </a:rPr>
              <a:t>https://www.freecad.org/</a:t>
            </a:r>
            <a:r>
              <a:rPr lang="de-DE" dirty="0"/>
              <a:t> </a:t>
            </a:r>
          </a:p>
          <a:p>
            <a:pPr lvl="1"/>
            <a:r>
              <a:rPr lang="de-DE" dirty="0"/>
              <a:t> </a:t>
            </a:r>
            <a:r>
              <a:rPr lang="de-DE" dirty="0">
                <a:hlinkClick r:id="rId10"/>
              </a:rPr>
              <a:t>https://www.tinkercad.com/</a:t>
            </a:r>
            <a:r>
              <a:rPr lang="de-DE" dirty="0"/>
              <a:t> 		(Webbasiert)</a:t>
            </a:r>
          </a:p>
          <a:p>
            <a:pPr lvl="1"/>
            <a:r>
              <a:rPr lang="de-DE" dirty="0">
                <a:hlinkClick r:id="rId11"/>
              </a:rPr>
              <a:t>https://www.onshape.com/de/</a:t>
            </a:r>
            <a:r>
              <a:rPr lang="de-DE" dirty="0"/>
              <a:t> 	(Webbasiert)</a:t>
            </a:r>
          </a:p>
          <a:p>
            <a:endParaRPr lang="de-DE" dirty="0"/>
          </a:p>
          <a:p>
            <a:pPr lvl="1"/>
            <a:endParaRPr lang="de-DE" dirty="0"/>
          </a:p>
          <a:p>
            <a:pPr lvl="1"/>
            <a:endParaRPr lang="de-DE" dirty="0"/>
          </a:p>
        </p:txBody>
      </p:sp>
    </p:spTree>
    <p:extLst>
      <p:ext uri="{BB962C8B-B14F-4D97-AF65-F5344CB8AC3E}">
        <p14:creationId xmlns:p14="http://schemas.microsoft.com/office/powerpoint/2010/main" val="2568951684"/>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734</Words>
  <Application>Microsoft Office PowerPoint</Application>
  <PresentationFormat>Breitbild</PresentationFormat>
  <Paragraphs>115</Paragraphs>
  <Slides>8</Slides>
  <Notes>1</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8</vt:i4>
      </vt:variant>
    </vt:vector>
  </HeadingPairs>
  <TitlesOfParts>
    <vt:vector size="14" baseType="lpstr">
      <vt:lpstr>Aptos</vt:lpstr>
      <vt:lpstr>Aptos Display</vt:lpstr>
      <vt:lpstr>Arial</vt:lpstr>
      <vt:lpstr>Roboto</vt:lpstr>
      <vt:lpstr>Wingdings</vt:lpstr>
      <vt:lpstr>Office</vt:lpstr>
      <vt:lpstr>3D-Druck</vt:lpstr>
      <vt:lpstr>Was wird heute schon mit 3D Druckern produziert?</vt:lpstr>
      <vt:lpstr>Anwendungen von Filament-Druckern</vt:lpstr>
      <vt:lpstr>Aufbau eines 3D-Druckers</vt:lpstr>
      <vt:lpstr>Workflow beim 3D-Druck</vt:lpstr>
      <vt:lpstr>Filament Druckertypen und Ausstattung</vt:lpstr>
      <vt:lpstr>Beliebteste Materialien beim Filament-3D-Druck</vt:lpstr>
      <vt:lpstr>Links zum Thema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Roth</dc:creator>
  <cp:lastModifiedBy>Michael Roth</cp:lastModifiedBy>
  <cp:revision>28</cp:revision>
  <dcterms:created xsi:type="dcterms:W3CDTF">2024-07-22T10:31:55Z</dcterms:created>
  <dcterms:modified xsi:type="dcterms:W3CDTF">2025-11-06T21:23:13Z</dcterms:modified>
</cp:coreProperties>
</file>